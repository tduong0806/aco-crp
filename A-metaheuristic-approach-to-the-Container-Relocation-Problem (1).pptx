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78" r:id="rId4"/>
    <p:sldId id="258" r:id="rId5"/>
    <p:sldId id="261" r:id="rId6"/>
    <p:sldId id="279" r:id="rId7"/>
    <p:sldId id="267" r:id="rId8"/>
    <p:sldId id="259" r:id="rId9"/>
    <p:sldId id="276" r:id="rId10"/>
    <p:sldId id="263" r:id="rId11"/>
    <p:sldId id="264" r:id="rId12"/>
    <p:sldId id="265" r:id="rId13"/>
    <p:sldId id="266" r:id="rId14"/>
    <p:sldId id="269" r:id="rId15"/>
    <p:sldId id="273" r:id="rId16"/>
    <p:sldId id="275" r:id="rId17"/>
    <p:sldId id="312" r:id="rId18"/>
    <p:sldId id="310" r:id="rId19"/>
    <p:sldId id="314" r:id="rId20"/>
    <p:sldId id="316" r:id="rId21"/>
    <p:sldId id="318" r:id="rId22"/>
    <p:sldId id="319" r:id="rId23"/>
    <p:sldId id="320" r:id="rId24"/>
    <p:sldId id="321" r:id="rId25"/>
    <p:sldId id="322" r:id="rId26"/>
    <p:sldId id="325" r:id="rId27"/>
    <p:sldId id="326" r:id="rId28"/>
    <p:sldId id="32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AE1CE-D86E-417F-B1CA-2C29D3214565}" v="1" dt="2024-04-09T08:15:24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ùng Nguyễn Khánh" userId="f69de10c4455d0c1" providerId="LiveId" clId="{ED6BED4D-67CD-4F3F-B0F2-ADDFF9768350}"/>
    <pc:docChg chg="undo custSel addSld delSld modSld sldOrd">
      <pc:chgData name="Tùng Nguyễn Khánh" userId="f69de10c4455d0c1" providerId="LiveId" clId="{ED6BED4D-67CD-4F3F-B0F2-ADDFF9768350}" dt="2024-03-12T22:42:24.185" v="2003" actId="6549"/>
      <pc:docMkLst>
        <pc:docMk/>
      </pc:docMkLst>
      <pc:sldChg chg="addSp modSp mod">
        <pc:chgData name="Tùng Nguyễn Khánh" userId="f69de10c4455d0c1" providerId="LiveId" clId="{ED6BED4D-67CD-4F3F-B0F2-ADDFF9768350}" dt="2024-03-12T22:41:09.781" v="1987" actId="1036"/>
        <pc:sldMkLst>
          <pc:docMk/>
          <pc:sldMk cId="2444807124" sldId="256"/>
        </pc:sldMkLst>
        <pc:picChg chg="mod">
          <ac:chgData name="Tùng Nguyễn Khánh" userId="f69de10c4455d0c1" providerId="LiveId" clId="{ED6BED4D-67CD-4F3F-B0F2-ADDFF9768350}" dt="2024-03-12T22:37:51.657" v="1977" actId="14100"/>
          <ac:picMkLst>
            <pc:docMk/>
            <pc:sldMk cId="2444807124" sldId="256"/>
            <ac:picMk id="4" creationId="{08510E16-7614-A7FB-F4AC-00A7B207F478}"/>
          </ac:picMkLst>
        </pc:picChg>
        <pc:picChg chg="add mod">
          <ac:chgData name="Tùng Nguyễn Khánh" userId="f69de10c4455d0c1" providerId="LiveId" clId="{ED6BED4D-67CD-4F3F-B0F2-ADDFF9768350}" dt="2024-03-12T22:39:39.375" v="1986" actId="1076"/>
          <ac:picMkLst>
            <pc:docMk/>
            <pc:sldMk cId="2444807124" sldId="256"/>
            <ac:picMk id="6" creationId="{A24338E6-75A2-5890-41F6-4C0761A1E2E6}"/>
          </ac:picMkLst>
        </pc:picChg>
        <pc:picChg chg="add mod">
          <ac:chgData name="Tùng Nguyễn Khánh" userId="f69de10c4455d0c1" providerId="LiveId" clId="{ED6BED4D-67CD-4F3F-B0F2-ADDFF9768350}" dt="2024-03-12T22:41:09.781" v="1987" actId="1036"/>
          <ac:picMkLst>
            <pc:docMk/>
            <pc:sldMk cId="2444807124" sldId="256"/>
            <ac:picMk id="4098" creationId="{15698684-67E0-377C-350B-8EF35237D4C1}"/>
          </ac:picMkLst>
        </pc:picChg>
      </pc:sldChg>
      <pc:sldChg chg="modSp mod">
        <pc:chgData name="Tùng Nguyễn Khánh" userId="f69de10c4455d0c1" providerId="LiveId" clId="{ED6BED4D-67CD-4F3F-B0F2-ADDFF9768350}" dt="2024-03-12T22:42:24.185" v="2003" actId="6549"/>
        <pc:sldMkLst>
          <pc:docMk/>
          <pc:sldMk cId="2197483822" sldId="257"/>
        </pc:sldMkLst>
        <pc:spChg chg="mod">
          <ac:chgData name="Tùng Nguyễn Khánh" userId="f69de10c4455d0c1" providerId="LiveId" clId="{ED6BED4D-67CD-4F3F-B0F2-ADDFF9768350}" dt="2024-03-12T22:42:24.185" v="2003" actId="6549"/>
          <ac:spMkLst>
            <pc:docMk/>
            <pc:sldMk cId="2197483822" sldId="257"/>
            <ac:spMk id="3" creationId="{F2B0BA15-6C36-D33E-E997-C0136276186E}"/>
          </ac:spMkLst>
        </pc:spChg>
      </pc:sldChg>
      <pc:sldChg chg="addSp delSp modSp mod">
        <pc:chgData name="Tùng Nguyễn Khánh" userId="f69de10c4455d0c1" providerId="LiveId" clId="{ED6BED4D-67CD-4F3F-B0F2-ADDFF9768350}" dt="2024-03-12T21:07:25.209" v="1207" actId="20577"/>
        <pc:sldMkLst>
          <pc:docMk/>
          <pc:sldMk cId="1860129884" sldId="258"/>
        </pc:sldMkLst>
        <pc:spChg chg="mod">
          <ac:chgData name="Tùng Nguyễn Khánh" userId="f69de10c4455d0c1" providerId="LiveId" clId="{ED6BED4D-67CD-4F3F-B0F2-ADDFF9768350}" dt="2024-03-12T21:07:25.209" v="1207" actId="20577"/>
          <ac:spMkLst>
            <pc:docMk/>
            <pc:sldMk cId="1860129884" sldId="258"/>
            <ac:spMk id="3" creationId="{7C6FAE71-B57A-38F0-118E-00074FBB79FC}"/>
          </ac:spMkLst>
        </pc:spChg>
        <pc:spChg chg="add del">
          <ac:chgData name="Tùng Nguyễn Khánh" userId="f69de10c4455d0c1" providerId="LiveId" clId="{ED6BED4D-67CD-4F3F-B0F2-ADDFF9768350}" dt="2024-03-12T11:01:50.501" v="208" actId="11529"/>
          <ac:spMkLst>
            <pc:docMk/>
            <pc:sldMk cId="1860129884" sldId="258"/>
            <ac:spMk id="12" creationId="{FB969254-EEB5-1E32-8349-33446F3C54DC}"/>
          </ac:spMkLst>
        </pc:spChg>
        <pc:spChg chg="add mod">
          <ac:chgData name="Tùng Nguyễn Khánh" userId="f69de10c4455d0c1" providerId="LiveId" clId="{ED6BED4D-67CD-4F3F-B0F2-ADDFF9768350}" dt="2024-03-12T11:03:07.884" v="231" actId="1076"/>
          <ac:spMkLst>
            <pc:docMk/>
            <pc:sldMk cId="1860129884" sldId="258"/>
            <ac:spMk id="13" creationId="{A61F0BAE-DF05-EF0B-2A91-6B94184911AE}"/>
          </ac:spMkLst>
        </pc:spChg>
        <pc:cxnChg chg="add mod">
          <ac:chgData name="Tùng Nguyễn Khánh" userId="f69de10c4455d0c1" providerId="LiveId" clId="{ED6BED4D-67CD-4F3F-B0F2-ADDFF9768350}" dt="2024-03-12T11:02:05.185" v="214" actId="692"/>
          <ac:cxnSpMkLst>
            <pc:docMk/>
            <pc:sldMk cId="1860129884" sldId="258"/>
            <ac:cxnSpMk id="10" creationId="{ECFDFEBA-76C8-C83B-1C39-EC86FF1586E8}"/>
          </ac:cxnSpMkLst>
        </pc:cxnChg>
      </pc:sldChg>
      <pc:sldChg chg="modSp mod">
        <pc:chgData name="Tùng Nguyễn Khánh" userId="f69de10c4455d0c1" providerId="LiveId" clId="{ED6BED4D-67CD-4F3F-B0F2-ADDFF9768350}" dt="2024-03-12T10:48:05.266" v="88" actId="20577"/>
        <pc:sldMkLst>
          <pc:docMk/>
          <pc:sldMk cId="1834289591" sldId="259"/>
        </pc:sldMkLst>
        <pc:spChg chg="mod">
          <ac:chgData name="Tùng Nguyễn Khánh" userId="f69de10c4455d0c1" providerId="LiveId" clId="{ED6BED4D-67CD-4F3F-B0F2-ADDFF9768350}" dt="2024-03-12T10:48:05.266" v="88" actId="20577"/>
          <ac:spMkLst>
            <pc:docMk/>
            <pc:sldMk cId="1834289591" sldId="259"/>
            <ac:spMk id="3" creationId="{0D955FBC-D2C9-99BF-AC06-4518ADE9781E}"/>
          </ac:spMkLst>
        </pc:spChg>
        <pc:spChg chg="mod">
          <ac:chgData name="Tùng Nguyễn Khánh" userId="f69de10c4455d0c1" providerId="LiveId" clId="{ED6BED4D-67CD-4F3F-B0F2-ADDFF9768350}" dt="2024-03-12T10:47:04.957" v="85" actId="1076"/>
          <ac:spMkLst>
            <pc:docMk/>
            <pc:sldMk cId="1834289591" sldId="259"/>
            <ac:spMk id="5" creationId="{667AC80A-7D51-CFAE-1184-98664D40B2B6}"/>
          </ac:spMkLst>
        </pc:spChg>
        <pc:picChg chg="mod">
          <ac:chgData name="Tùng Nguyễn Khánh" userId="f69de10c4455d0c1" providerId="LiveId" clId="{ED6BED4D-67CD-4F3F-B0F2-ADDFF9768350}" dt="2024-03-12T10:46:51.555" v="83" actId="1076"/>
          <ac:picMkLst>
            <pc:docMk/>
            <pc:sldMk cId="1834289591" sldId="259"/>
            <ac:picMk id="4" creationId="{03C97F60-791C-A785-05EF-13BFB49AFEF9}"/>
          </ac:picMkLst>
        </pc:picChg>
      </pc:sldChg>
      <pc:sldChg chg="modSp mod">
        <pc:chgData name="Tùng Nguyễn Khánh" userId="f69de10c4455d0c1" providerId="LiveId" clId="{ED6BED4D-67CD-4F3F-B0F2-ADDFF9768350}" dt="2024-03-12T10:53:23.243" v="126" actId="313"/>
        <pc:sldMkLst>
          <pc:docMk/>
          <pc:sldMk cId="430680091" sldId="261"/>
        </pc:sldMkLst>
        <pc:spChg chg="mod">
          <ac:chgData name="Tùng Nguyễn Khánh" userId="f69de10c4455d0c1" providerId="LiveId" clId="{ED6BED4D-67CD-4F3F-B0F2-ADDFF9768350}" dt="2024-03-12T10:53:23.243" v="126" actId="313"/>
          <ac:spMkLst>
            <pc:docMk/>
            <pc:sldMk cId="430680091" sldId="261"/>
            <ac:spMk id="2" creationId="{A8476AC5-53EB-7031-7AFA-4A93F7AEC080}"/>
          </ac:spMkLst>
        </pc:spChg>
      </pc:sldChg>
      <pc:sldChg chg="addSp delSp modSp mod">
        <pc:chgData name="Tùng Nguyễn Khánh" userId="f69de10c4455d0c1" providerId="LiveId" clId="{ED6BED4D-67CD-4F3F-B0F2-ADDFF9768350}" dt="2024-03-12T11:05:12.688" v="249" actId="1076"/>
        <pc:sldMkLst>
          <pc:docMk/>
          <pc:sldMk cId="530037165" sldId="263"/>
        </pc:sldMkLst>
        <pc:spChg chg="mod">
          <ac:chgData name="Tùng Nguyễn Khánh" userId="f69de10c4455d0c1" providerId="LiveId" clId="{ED6BED4D-67CD-4F3F-B0F2-ADDFF9768350}" dt="2024-03-12T10:59:40.762" v="202" actId="113"/>
          <ac:spMkLst>
            <pc:docMk/>
            <pc:sldMk cId="530037165" sldId="263"/>
            <ac:spMk id="2" creationId="{F7AB2EEF-2108-0A68-16D4-F28895FAE4C8}"/>
          </ac:spMkLst>
        </pc:spChg>
        <pc:spChg chg="mod">
          <ac:chgData name="Tùng Nguyễn Khánh" userId="f69de10c4455d0c1" providerId="LiveId" clId="{ED6BED4D-67CD-4F3F-B0F2-ADDFF9768350}" dt="2024-03-12T10:50:20.852" v="90" actId="113"/>
          <ac:spMkLst>
            <pc:docMk/>
            <pc:sldMk cId="530037165" sldId="263"/>
            <ac:spMk id="3" creationId="{A56A0C70-7242-8610-5F4D-C89FB09A42E8}"/>
          </ac:spMkLst>
        </pc:spChg>
        <pc:spChg chg="add del mod">
          <ac:chgData name="Tùng Nguyễn Khánh" userId="f69de10c4455d0c1" providerId="LiveId" clId="{ED6BED4D-67CD-4F3F-B0F2-ADDFF9768350}" dt="2024-03-12T11:04:49.950" v="247" actId="478"/>
          <ac:spMkLst>
            <pc:docMk/>
            <pc:sldMk cId="530037165" sldId="263"/>
            <ac:spMk id="6" creationId="{28924FF7-5EE0-30C2-B5E8-A4777A026C8D}"/>
          </ac:spMkLst>
        </pc:spChg>
        <pc:picChg chg="add del mod">
          <ac:chgData name="Tùng Nguyễn Khánh" userId="f69de10c4455d0c1" providerId="LiveId" clId="{ED6BED4D-67CD-4F3F-B0F2-ADDFF9768350}" dt="2024-03-12T11:04:48.073" v="246" actId="478"/>
          <ac:picMkLst>
            <pc:docMk/>
            <pc:sldMk cId="530037165" sldId="263"/>
            <ac:picMk id="4" creationId="{C2786496-2F03-B88B-5637-1A2A0633CB4D}"/>
          </ac:picMkLst>
        </pc:picChg>
        <pc:picChg chg="mod">
          <ac:chgData name="Tùng Nguyễn Khánh" userId="f69de10c4455d0c1" providerId="LiveId" clId="{ED6BED4D-67CD-4F3F-B0F2-ADDFF9768350}" dt="2024-03-12T11:05:12.688" v="249" actId="1076"/>
          <ac:picMkLst>
            <pc:docMk/>
            <pc:sldMk cId="530037165" sldId="263"/>
            <ac:picMk id="8" creationId="{EF7427C3-E2AC-A791-189D-2389E69422BA}"/>
          </ac:picMkLst>
        </pc:picChg>
        <pc:picChg chg="mod">
          <ac:chgData name="Tùng Nguyễn Khánh" userId="f69de10c4455d0c1" providerId="LiveId" clId="{ED6BED4D-67CD-4F3F-B0F2-ADDFF9768350}" dt="2024-03-12T11:05:12.688" v="249" actId="1076"/>
          <ac:picMkLst>
            <pc:docMk/>
            <pc:sldMk cId="530037165" sldId="263"/>
            <ac:picMk id="10" creationId="{ED039410-2951-3E4F-A0D4-7F087F7B4F8C}"/>
          </ac:picMkLst>
        </pc:picChg>
        <pc:cxnChg chg="add del mod">
          <ac:chgData name="Tùng Nguyễn Khánh" userId="f69de10c4455d0c1" providerId="LiveId" clId="{ED6BED4D-67CD-4F3F-B0F2-ADDFF9768350}" dt="2024-03-12T11:04:51.188" v="248" actId="478"/>
          <ac:cxnSpMkLst>
            <pc:docMk/>
            <pc:sldMk cId="530037165" sldId="263"/>
            <ac:cxnSpMk id="5" creationId="{92C7DF76-0175-91D2-8DAE-6D04109B07CE}"/>
          </ac:cxnSpMkLst>
        </pc:cxnChg>
      </pc:sldChg>
      <pc:sldChg chg="modSp mod">
        <pc:chgData name="Tùng Nguyễn Khánh" userId="f69de10c4455d0c1" providerId="LiveId" clId="{ED6BED4D-67CD-4F3F-B0F2-ADDFF9768350}" dt="2024-03-12T10:50:30.678" v="92" actId="113"/>
        <pc:sldMkLst>
          <pc:docMk/>
          <pc:sldMk cId="1504442180" sldId="264"/>
        </pc:sldMkLst>
        <pc:spChg chg="mod">
          <ac:chgData name="Tùng Nguyễn Khánh" userId="f69de10c4455d0c1" providerId="LiveId" clId="{ED6BED4D-67CD-4F3F-B0F2-ADDFF9768350}" dt="2024-03-12T10:50:30.678" v="92" actId="113"/>
          <ac:spMkLst>
            <pc:docMk/>
            <pc:sldMk cId="1504442180" sldId="264"/>
            <ac:spMk id="3" creationId="{CEAAC0ED-30E6-8A83-948C-90B3A663DA5C}"/>
          </ac:spMkLst>
        </pc:spChg>
      </pc:sldChg>
      <pc:sldChg chg="modSp mod">
        <pc:chgData name="Tùng Nguyễn Khánh" userId="f69de10c4455d0c1" providerId="LiveId" clId="{ED6BED4D-67CD-4F3F-B0F2-ADDFF9768350}" dt="2024-03-12T11:06:07.908" v="251" actId="114"/>
        <pc:sldMkLst>
          <pc:docMk/>
          <pc:sldMk cId="471493760" sldId="265"/>
        </pc:sldMkLst>
        <pc:spChg chg="mod">
          <ac:chgData name="Tùng Nguyễn Khánh" userId="f69de10c4455d0c1" providerId="LiveId" clId="{ED6BED4D-67CD-4F3F-B0F2-ADDFF9768350}" dt="2024-03-12T11:06:07.908" v="251" actId="114"/>
          <ac:spMkLst>
            <pc:docMk/>
            <pc:sldMk cId="471493760" sldId="265"/>
            <ac:spMk id="3" creationId="{20E17BBA-6973-5E1C-6B9B-0131A02E4765}"/>
          </ac:spMkLst>
        </pc:spChg>
      </pc:sldChg>
      <pc:sldChg chg="modSp mod">
        <pc:chgData name="Tùng Nguyễn Khánh" userId="f69de10c4455d0c1" providerId="LiveId" clId="{ED6BED4D-67CD-4F3F-B0F2-ADDFF9768350}" dt="2024-03-12T11:21:16.866" v="266" actId="114"/>
        <pc:sldMkLst>
          <pc:docMk/>
          <pc:sldMk cId="772042406" sldId="266"/>
        </pc:sldMkLst>
        <pc:spChg chg="mod">
          <ac:chgData name="Tùng Nguyễn Khánh" userId="f69de10c4455d0c1" providerId="LiveId" clId="{ED6BED4D-67CD-4F3F-B0F2-ADDFF9768350}" dt="2024-03-12T11:21:16.866" v="266" actId="114"/>
          <ac:spMkLst>
            <pc:docMk/>
            <pc:sldMk cId="772042406" sldId="266"/>
            <ac:spMk id="3" creationId="{875F379F-9A5C-0BF8-2596-4677098DCEB0}"/>
          </ac:spMkLst>
        </pc:spChg>
      </pc:sldChg>
      <pc:sldChg chg="modSp mod">
        <pc:chgData name="Tùng Nguyễn Khánh" userId="f69de10c4455d0c1" providerId="LiveId" clId="{ED6BED4D-67CD-4F3F-B0F2-ADDFF9768350}" dt="2024-03-12T10:58:07.365" v="196" actId="113"/>
        <pc:sldMkLst>
          <pc:docMk/>
          <pc:sldMk cId="2427625272" sldId="267"/>
        </pc:sldMkLst>
        <pc:spChg chg="mod">
          <ac:chgData name="Tùng Nguyễn Khánh" userId="f69de10c4455d0c1" providerId="LiveId" clId="{ED6BED4D-67CD-4F3F-B0F2-ADDFF9768350}" dt="2024-03-12T10:53:14.517" v="123" actId="313"/>
          <ac:spMkLst>
            <pc:docMk/>
            <pc:sldMk cId="2427625272" sldId="267"/>
            <ac:spMk id="2" creationId="{E06E1266-FD10-807C-6927-7043751260ED}"/>
          </ac:spMkLst>
        </pc:spChg>
        <pc:spChg chg="mod">
          <ac:chgData name="Tùng Nguyễn Khánh" userId="f69de10c4455d0c1" providerId="LiveId" clId="{ED6BED4D-67CD-4F3F-B0F2-ADDFF9768350}" dt="2024-03-12T10:58:07.365" v="196" actId="113"/>
          <ac:spMkLst>
            <pc:docMk/>
            <pc:sldMk cId="2427625272" sldId="267"/>
            <ac:spMk id="3" creationId="{648F67BF-5226-C86C-01AA-8DA8488ABC2F}"/>
          </ac:spMkLst>
        </pc:spChg>
      </pc:sldChg>
      <pc:sldChg chg="new del">
        <pc:chgData name="Tùng Nguyễn Khánh" userId="f69de10c4455d0c1" providerId="LiveId" clId="{ED6BED4D-67CD-4F3F-B0F2-ADDFF9768350}" dt="2024-03-12T11:40:09.907" v="267" actId="47"/>
        <pc:sldMkLst>
          <pc:docMk/>
          <pc:sldMk cId="2257855464" sldId="268"/>
        </pc:sldMkLst>
      </pc:sldChg>
      <pc:sldChg chg="addSp delSp modSp add mod">
        <pc:chgData name="Tùng Nguyễn Khánh" userId="f69de10c4455d0c1" providerId="LiveId" clId="{ED6BED4D-67CD-4F3F-B0F2-ADDFF9768350}" dt="2024-03-12T20:07:42.344" v="301" actId="27636"/>
        <pc:sldMkLst>
          <pc:docMk/>
          <pc:sldMk cId="2506921591" sldId="269"/>
        </pc:sldMkLst>
        <pc:spChg chg="mod">
          <ac:chgData name="Tùng Nguyễn Khánh" userId="f69de10c4455d0c1" providerId="LiveId" clId="{ED6BED4D-67CD-4F3F-B0F2-ADDFF9768350}" dt="2024-03-12T20:07:42.344" v="301" actId="27636"/>
          <ac:spMkLst>
            <pc:docMk/>
            <pc:sldMk cId="2506921591" sldId="269"/>
            <ac:spMk id="3" creationId="{2C140B0C-52D4-C87D-D559-0A75F08B266A}"/>
          </ac:spMkLst>
        </pc:spChg>
        <pc:picChg chg="add del mod">
          <ac:chgData name="Tùng Nguyễn Khánh" userId="f69de10c4455d0c1" providerId="LiveId" clId="{ED6BED4D-67CD-4F3F-B0F2-ADDFF9768350}" dt="2024-03-12T20:05:43.291" v="279" actId="478"/>
          <ac:picMkLst>
            <pc:docMk/>
            <pc:sldMk cId="2506921591" sldId="269"/>
            <ac:picMk id="4" creationId="{B89C3378-E5BB-1A0F-D037-63CE630475C1}"/>
          </ac:picMkLst>
        </pc:picChg>
        <pc:picChg chg="mod">
          <ac:chgData name="Tùng Nguyễn Khánh" userId="f69de10c4455d0c1" providerId="LiveId" clId="{ED6BED4D-67CD-4F3F-B0F2-ADDFF9768350}" dt="2024-03-12T20:05:16.791" v="275" actId="1076"/>
          <ac:picMkLst>
            <pc:docMk/>
            <pc:sldMk cId="2506921591" sldId="269"/>
            <ac:picMk id="5" creationId="{E403C2ED-F9B8-6707-5CDB-D7B38A38F98D}"/>
          </ac:picMkLst>
        </pc:picChg>
        <pc:picChg chg="add mod">
          <ac:chgData name="Tùng Nguyễn Khánh" userId="f69de10c4455d0c1" providerId="LiveId" clId="{ED6BED4D-67CD-4F3F-B0F2-ADDFF9768350}" dt="2024-03-12T20:07:11.522" v="294" actId="1076"/>
          <ac:picMkLst>
            <pc:docMk/>
            <pc:sldMk cId="2506921591" sldId="269"/>
            <ac:picMk id="7" creationId="{9E9C0F5D-A0D5-C8B8-7C84-EFEB20170063}"/>
          </ac:picMkLst>
        </pc:picChg>
      </pc:sldChg>
      <pc:sldChg chg="add del">
        <pc:chgData name="Tùng Nguyễn Khánh" userId="f69de10c4455d0c1" providerId="LiveId" clId="{ED6BED4D-67CD-4F3F-B0F2-ADDFF9768350}" dt="2024-03-12T20:05:55.833" v="282" actId="47"/>
        <pc:sldMkLst>
          <pc:docMk/>
          <pc:sldMk cId="4140261411" sldId="270"/>
        </pc:sldMkLst>
      </pc:sldChg>
      <pc:sldChg chg="add del">
        <pc:chgData name="Tùng Nguyễn Khánh" userId="f69de10c4455d0c1" providerId="LiveId" clId="{ED6BED4D-67CD-4F3F-B0F2-ADDFF9768350}" dt="2024-03-12T20:06:18.027" v="289" actId="47"/>
        <pc:sldMkLst>
          <pc:docMk/>
          <pc:sldMk cId="990207857" sldId="271"/>
        </pc:sldMkLst>
      </pc:sldChg>
      <pc:sldChg chg="add del">
        <pc:chgData name="Tùng Nguyễn Khánh" userId="f69de10c4455d0c1" providerId="LiveId" clId="{ED6BED4D-67CD-4F3F-B0F2-ADDFF9768350}" dt="2024-03-12T20:06:47.753" v="293" actId="47"/>
        <pc:sldMkLst>
          <pc:docMk/>
          <pc:sldMk cId="935014002" sldId="272"/>
        </pc:sldMkLst>
      </pc:sldChg>
      <pc:sldChg chg="delSp modSp add mod">
        <pc:chgData name="Tùng Nguyễn Khánh" userId="f69de10c4455d0c1" providerId="LiveId" clId="{ED6BED4D-67CD-4F3F-B0F2-ADDFF9768350}" dt="2024-03-12T20:07:49.866" v="305" actId="20577"/>
        <pc:sldMkLst>
          <pc:docMk/>
          <pc:sldMk cId="4260095931" sldId="273"/>
        </pc:sldMkLst>
        <pc:spChg chg="mod">
          <ac:chgData name="Tùng Nguyễn Khánh" userId="f69de10c4455d0c1" providerId="LiveId" clId="{ED6BED4D-67CD-4F3F-B0F2-ADDFF9768350}" dt="2024-03-12T20:07:49.866" v="305" actId="20577"/>
          <ac:spMkLst>
            <pc:docMk/>
            <pc:sldMk cId="4260095931" sldId="273"/>
            <ac:spMk id="3" creationId="{8A5CAED8-57EA-C638-E1CB-1D3A05E4877B}"/>
          </ac:spMkLst>
        </pc:spChg>
        <pc:picChg chg="del">
          <ac:chgData name="Tùng Nguyễn Khánh" userId="f69de10c4455d0c1" providerId="LiveId" clId="{ED6BED4D-67CD-4F3F-B0F2-ADDFF9768350}" dt="2024-03-12T20:07:21.321" v="295" actId="478"/>
          <ac:picMkLst>
            <pc:docMk/>
            <pc:sldMk cId="4260095931" sldId="273"/>
            <ac:picMk id="5" creationId="{D66805A7-573C-E9C2-5F6F-7A379C48A736}"/>
          </ac:picMkLst>
        </pc:picChg>
      </pc:sldChg>
      <pc:sldChg chg="add del">
        <pc:chgData name="Tùng Nguyễn Khánh" userId="f69de10c4455d0c1" providerId="LiveId" clId="{ED6BED4D-67CD-4F3F-B0F2-ADDFF9768350}" dt="2024-03-12T20:07:56.589" v="306" actId="47"/>
        <pc:sldMkLst>
          <pc:docMk/>
          <pc:sldMk cId="2404684" sldId="274"/>
        </pc:sldMkLst>
      </pc:sldChg>
      <pc:sldChg chg="add">
        <pc:chgData name="Tùng Nguyễn Khánh" userId="f69de10c4455d0c1" providerId="LiveId" clId="{ED6BED4D-67CD-4F3F-B0F2-ADDFF9768350}" dt="2024-03-12T10:52:01.217" v="97"/>
        <pc:sldMkLst>
          <pc:docMk/>
          <pc:sldMk cId="3167036238" sldId="275"/>
        </pc:sldMkLst>
      </pc:sldChg>
      <pc:sldChg chg="addSp delSp modSp new mod modClrScheme chgLayout">
        <pc:chgData name="Tùng Nguyễn Khánh" userId="f69de10c4455d0c1" providerId="LiveId" clId="{ED6BED4D-67CD-4F3F-B0F2-ADDFF9768350}" dt="2024-03-12T10:55:59.953" v="189" actId="1076"/>
        <pc:sldMkLst>
          <pc:docMk/>
          <pc:sldMk cId="147800811" sldId="276"/>
        </pc:sldMkLst>
        <pc:spChg chg="del mod ord">
          <ac:chgData name="Tùng Nguyễn Khánh" userId="f69de10c4455d0c1" providerId="LiveId" clId="{ED6BED4D-67CD-4F3F-B0F2-ADDFF9768350}" dt="2024-03-12T10:55:05.181" v="168" actId="700"/>
          <ac:spMkLst>
            <pc:docMk/>
            <pc:sldMk cId="147800811" sldId="276"/>
            <ac:spMk id="2" creationId="{E3A1FDB2-4E91-53C5-E0AF-92FCAA432E18}"/>
          </ac:spMkLst>
        </pc:spChg>
        <pc:spChg chg="del mod ord">
          <ac:chgData name="Tùng Nguyễn Khánh" userId="f69de10c4455d0c1" providerId="LiveId" clId="{ED6BED4D-67CD-4F3F-B0F2-ADDFF9768350}" dt="2024-03-12T10:55:05.181" v="168" actId="700"/>
          <ac:spMkLst>
            <pc:docMk/>
            <pc:sldMk cId="147800811" sldId="276"/>
            <ac:spMk id="3" creationId="{251691A5-C342-0B8F-6F5B-51CE62B3264D}"/>
          </ac:spMkLst>
        </pc:spChg>
        <pc:spChg chg="add mod ord">
          <ac:chgData name="Tùng Nguyễn Khánh" userId="f69de10c4455d0c1" providerId="LiveId" clId="{ED6BED4D-67CD-4F3F-B0F2-ADDFF9768350}" dt="2024-03-12T10:55:59.953" v="189" actId="1076"/>
          <ac:spMkLst>
            <pc:docMk/>
            <pc:sldMk cId="147800811" sldId="276"/>
            <ac:spMk id="4" creationId="{57B134E9-3039-F275-A05A-AF1ACCE3FB3C}"/>
          </ac:spMkLst>
        </pc:spChg>
        <pc:spChg chg="add mod ord">
          <ac:chgData name="Tùng Nguyễn Khánh" userId="f69de10c4455d0c1" providerId="LiveId" clId="{ED6BED4D-67CD-4F3F-B0F2-ADDFF9768350}" dt="2024-03-12T10:55:05.181" v="168" actId="700"/>
          <ac:spMkLst>
            <pc:docMk/>
            <pc:sldMk cId="147800811" sldId="276"/>
            <ac:spMk id="5" creationId="{A273D00F-21B0-5DCE-FB51-8B4AF5061D9E}"/>
          </ac:spMkLst>
        </pc:spChg>
      </pc:sldChg>
      <pc:sldChg chg="new del">
        <pc:chgData name="Tùng Nguyễn Khánh" userId="f69de10c4455d0c1" providerId="LiveId" clId="{ED6BED4D-67CD-4F3F-B0F2-ADDFF9768350}" dt="2024-03-12T10:54:44.953" v="167" actId="47"/>
        <pc:sldMkLst>
          <pc:docMk/>
          <pc:sldMk cId="3136302581" sldId="277"/>
        </pc:sldMkLst>
      </pc:sldChg>
      <pc:sldChg chg="modSp new mod">
        <pc:chgData name="Tùng Nguyễn Khánh" userId="f69de10c4455d0c1" providerId="LiveId" clId="{ED6BED4D-67CD-4F3F-B0F2-ADDFF9768350}" dt="2024-03-12T10:55:48.782" v="185" actId="20577"/>
        <pc:sldMkLst>
          <pc:docMk/>
          <pc:sldMk cId="390635378" sldId="278"/>
        </pc:sldMkLst>
        <pc:spChg chg="mod">
          <ac:chgData name="Tùng Nguyễn Khánh" userId="f69de10c4455d0c1" providerId="LiveId" clId="{ED6BED4D-67CD-4F3F-B0F2-ADDFF9768350}" dt="2024-03-12T10:55:48.782" v="185" actId="20577"/>
          <ac:spMkLst>
            <pc:docMk/>
            <pc:sldMk cId="390635378" sldId="278"/>
            <ac:spMk id="2" creationId="{9051B7DC-7255-9AC8-375E-A56A6B4BF60F}"/>
          </ac:spMkLst>
        </pc:spChg>
      </pc:sldChg>
      <pc:sldChg chg="addSp modSp new mod">
        <pc:chgData name="Tùng Nguyễn Khánh" userId="f69de10c4455d0c1" providerId="LiveId" clId="{ED6BED4D-67CD-4F3F-B0F2-ADDFF9768350}" dt="2024-03-12T11:13:51.454" v="264" actId="1076"/>
        <pc:sldMkLst>
          <pc:docMk/>
          <pc:sldMk cId="3698894031" sldId="279"/>
        </pc:sldMkLst>
        <pc:picChg chg="add mod">
          <ac:chgData name="Tùng Nguyễn Khánh" userId="f69de10c4455d0c1" providerId="LiveId" clId="{ED6BED4D-67CD-4F3F-B0F2-ADDFF9768350}" dt="2024-03-12T11:13:51.454" v="264" actId="1076"/>
          <ac:picMkLst>
            <pc:docMk/>
            <pc:sldMk cId="3698894031" sldId="279"/>
            <ac:picMk id="4" creationId="{892F4F13-F450-9417-5583-A376EEF9F1B3}"/>
          </ac:picMkLst>
        </pc:picChg>
        <pc:picChg chg="add mod">
          <ac:chgData name="Tùng Nguyễn Khánh" userId="f69de10c4455d0c1" providerId="LiveId" clId="{ED6BED4D-67CD-4F3F-B0F2-ADDFF9768350}" dt="2024-03-12T11:11:45.246" v="260" actId="1076"/>
          <ac:picMkLst>
            <pc:docMk/>
            <pc:sldMk cId="3698894031" sldId="279"/>
            <ac:picMk id="1026" creationId="{B4EB1B1F-BBBC-A8F9-AD8C-E4F87FDD0DC8}"/>
          </ac:picMkLst>
        </pc:picChg>
      </pc:sldChg>
      <pc:sldChg chg="new del">
        <pc:chgData name="Tùng Nguyễn Khánh" userId="f69de10c4455d0c1" providerId="LiveId" clId="{ED6BED4D-67CD-4F3F-B0F2-ADDFF9768350}" dt="2024-03-12T20:08:36.529" v="308" actId="47"/>
        <pc:sldMkLst>
          <pc:docMk/>
          <pc:sldMk cId="108432447" sldId="280"/>
        </pc:sldMkLst>
      </pc:sldChg>
      <pc:sldChg chg="addSp delSp modSp add mod">
        <pc:chgData name="Tùng Nguyễn Khánh" userId="f69de10c4455d0c1" providerId="LiveId" clId="{ED6BED4D-67CD-4F3F-B0F2-ADDFF9768350}" dt="2024-03-12T20:35:23.139" v="585" actId="20577"/>
        <pc:sldMkLst>
          <pc:docMk/>
          <pc:sldMk cId="280402006" sldId="310"/>
        </pc:sldMkLst>
        <pc:spChg chg="mod">
          <ac:chgData name="Tùng Nguyễn Khánh" userId="f69de10c4455d0c1" providerId="LiveId" clId="{ED6BED4D-67CD-4F3F-B0F2-ADDFF9768350}" dt="2024-03-12T20:35:23.139" v="585" actId="20577"/>
          <ac:spMkLst>
            <pc:docMk/>
            <pc:sldMk cId="280402006" sldId="310"/>
            <ac:spMk id="3" creationId="{2D89BCA0-C847-DDB4-C092-F0702A68F53C}"/>
          </ac:spMkLst>
        </pc:spChg>
        <pc:picChg chg="add del mod">
          <ac:chgData name="Tùng Nguyễn Khánh" userId="f69de10c4455d0c1" providerId="LiveId" clId="{ED6BED4D-67CD-4F3F-B0F2-ADDFF9768350}" dt="2024-03-12T20:13:22.559" v="471" actId="478"/>
          <ac:picMkLst>
            <pc:docMk/>
            <pc:sldMk cId="280402006" sldId="310"/>
            <ac:picMk id="4" creationId="{AB88C152-1645-53E8-3A19-6B6DE3FACA4C}"/>
          </ac:picMkLst>
        </pc:picChg>
        <pc:picChg chg="add del mod">
          <ac:chgData name="Tùng Nguyễn Khánh" userId="f69de10c4455d0c1" providerId="LiveId" clId="{ED6BED4D-67CD-4F3F-B0F2-ADDFF9768350}" dt="2024-03-12T20:20:03.139" v="475" actId="478"/>
          <ac:picMkLst>
            <pc:docMk/>
            <pc:sldMk cId="280402006" sldId="310"/>
            <ac:picMk id="5" creationId="{539BF8BE-4778-28AE-3F37-BBE1283DF709}"/>
          </ac:picMkLst>
        </pc:picChg>
        <pc:picChg chg="add del mod">
          <ac:chgData name="Tùng Nguyễn Khánh" userId="f69de10c4455d0c1" providerId="LiveId" clId="{ED6BED4D-67CD-4F3F-B0F2-ADDFF9768350}" dt="2024-03-12T20:20:02.246" v="474" actId="478"/>
          <ac:picMkLst>
            <pc:docMk/>
            <pc:sldMk cId="280402006" sldId="310"/>
            <ac:picMk id="6" creationId="{78E8444A-D884-69BE-9A12-11537380A944}"/>
          </ac:picMkLst>
        </pc:picChg>
        <pc:picChg chg="add del mod">
          <ac:chgData name="Tùng Nguyễn Khánh" userId="f69de10c4455d0c1" providerId="LiveId" clId="{ED6BED4D-67CD-4F3F-B0F2-ADDFF9768350}" dt="2024-03-12T20:21:50.716" v="478" actId="478"/>
          <ac:picMkLst>
            <pc:docMk/>
            <pc:sldMk cId="280402006" sldId="310"/>
            <ac:picMk id="8" creationId="{D7B141B4-81D2-43B1-E2B5-AA2F0D8D567F}"/>
          </ac:picMkLst>
        </pc:picChg>
        <pc:picChg chg="add del mod">
          <ac:chgData name="Tùng Nguyễn Khánh" userId="f69de10c4455d0c1" providerId="LiveId" clId="{ED6BED4D-67CD-4F3F-B0F2-ADDFF9768350}" dt="2024-03-12T20:27:15.593" v="517" actId="21"/>
          <ac:picMkLst>
            <pc:docMk/>
            <pc:sldMk cId="280402006" sldId="310"/>
            <ac:picMk id="10" creationId="{52F13EAC-8595-509E-3774-ECEF59D11B1A}"/>
          </ac:picMkLst>
        </pc:picChg>
        <pc:picChg chg="add del mod">
          <ac:chgData name="Tùng Nguyễn Khánh" userId="f69de10c4455d0c1" providerId="LiveId" clId="{ED6BED4D-67CD-4F3F-B0F2-ADDFF9768350}" dt="2024-03-12T20:29:42.733" v="542" actId="478"/>
          <ac:picMkLst>
            <pc:docMk/>
            <pc:sldMk cId="280402006" sldId="310"/>
            <ac:picMk id="11" creationId="{6F27A693-4BBA-0C0F-2811-28D1BD25E0B9}"/>
          </ac:picMkLst>
        </pc:picChg>
        <pc:picChg chg="add mod">
          <ac:chgData name="Tùng Nguyễn Khánh" userId="f69de10c4455d0c1" providerId="LiveId" clId="{ED6BED4D-67CD-4F3F-B0F2-ADDFF9768350}" dt="2024-03-12T20:34:47.068" v="563" actId="1076"/>
          <ac:picMkLst>
            <pc:docMk/>
            <pc:sldMk cId="280402006" sldId="310"/>
            <ac:picMk id="12" creationId="{4B2DEDD0-7899-78F0-B07C-B58B6C8C68B6}"/>
          </ac:picMkLst>
        </pc:picChg>
        <pc:picChg chg="add mod">
          <ac:chgData name="Tùng Nguyễn Khánh" userId="f69de10c4455d0c1" providerId="LiveId" clId="{ED6BED4D-67CD-4F3F-B0F2-ADDFF9768350}" dt="2024-03-12T20:34:51.433" v="565" actId="1076"/>
          <ac:picMkLst>
            <pc:docMk/>
            <pc:sldMk cId="280402006" sldId="310"/>
            <ac:picMk id="13" creationId="{BDF019FD-97DD-81FB-764D-5CC8E0606CDE}"/>
          </ac:picMkLst>
        </pc:picChg>
        <pc:picChg chg="add mod">
          <ac:chgData name="Tùng Nguyễn Khánh" userId="f69de10c4455d0c1" providerId="LiveId" clId="{ED6BED4D-67CD-4F3F-B0F2-ADDFF9768350}" dt="2024-03-12T20:34:49.393" v="564" actId="1076"/>
          <ac:picMkLst>
            <pc:docMk/>
            <pc:sldMk cId="280402006" sldId="310"/>
            <ac:picMk id="14" creationId="{D9155898-12FD-A279-A0A1-74B2D6DCCFF9}"/>
          </ac:picMkLst>
        </pc:picChg>
      </pc:sldChg>
      <pc:sldChg chg="new del">
        <pc:chgData name="Tùng Nguyễn Khánh" userId="f69de10c4455d0c1" providerId="LiveId" clId="{ED6BED4D-67CD-4F3F-B0F2-ADDFF9768350}" dt="2024-03-12T20:11:13.042" v="410" actId="47"/>
        <pc:sldMkLst>
          <pc:docMk/>
          <pc:sldMk cId="1073965651" sldId="311"/>
        </pc:sldMkLst>
      </pc:sldChg>
      <pc:sldChg chg="modSp new mod">
        <pc:chgData name="Tùng Nguyễn Khánh" userId="f69de10c4455d0c1" providerId="LiveId" clId="{ED6BED4D-67CD-4F3F-B0F2-ADDFF9768350}" dt="2024-03-12T22:19:43.853" v="1946" actId="20577"/>
        <pc:sldMkLst>
          <pc:docMk/>
          <pc:sldMk cId="159952450" sldId="312"/>
        </pc:sldMkLst>
        <pc:spChg chg="mod">
          <ac:chgData name="Tùng Nguyễn Khánh" userId="f69de10c4455d0c1" providerId="LiveId" clId="{ED6BED4D-67CD-4F3F-B0F2-ADDFF9768350}" dt="2024-03-12T22:19:43.853" v="1946" actId="20577"/>
          <ac:spMkLst>
            <pc:docMk/>
            <pc:sldMk cId="159952450" sldId="312"/>
            <ac:spMk id="2" creationId="{F591513C-6A2A-8DFA-CB64-749C7CA27DEE}"/>
          </ac:spMkLst>
        </pc:spChg>
      </pc:sldChg>
      <pc:sldChg chg="modSp new del mod">
        <pc:chgData name="Tùng Nguyễn Khánh" userId="f69de10c4455d0c1" providerId="LiveId" clId="{ED6BED4D-67CD-4F3F-B0F2-ADDFF9768350}" dt="2024-03-12T20:35:45.871" v="586" actId="47"/>
        <pc:sldMkLst>
          <pc:docMk/>
          <pc:sldMk cId="2515959240" sldId="313"/>
        </pc:sldMkLst>
        <pc:spChg chg="mod">
          <ac:chgData name="Tùng Nguyễn Khánh" userId="f69de10c4455d0c1" providerId="LiveId" clId="{ED6BED4D-67CD-4F3F-B0F2-ADDFF9768350}" dt="2024-03-12T20:25:02.611" v="513" actId="20577"/>
          <ac:spMkLst>
            <pc:docMk/>
            <pc:sldMk cId="2515959240" sldId="313"/>
            <ac:spMk id="2" creationId="{FE616486-F319-52E7-B751-76A70A9659E9}"/>
          </ac:spMkLst>
        </pc:spChg>
      </pc:sldChg>
      <pc:sldChg chg="addSp delSp modSp new mod">
        <pc:chgData name="Tùng Nguyễn Khánh" userId="f69de10c4455d0c1" providerId="LiveId" clId="{ED6BED4D-67CD-4F3F-B0F2-ADDFF9768350}" dt="2024-03-12T20:47:18.946" v="1128" actId="113"/>
        <pc:sldMkLst>
          <pc:docMk/>
          <pc:sldMk cId="361416485" sldId="314"/>
        </pc:sldMkLst>
        <pc:spChg chg="mod">
          <ac:chgData name="Tùng Nguyễn Khánh" userId="f69de10c4455d0c1" providerId="LiveId" clId="{ED6BED4D-67CD-4F3F-B0F2-ADDFF9768350}" dt="2024-03-12T20:31:13.725" v="559"/>
          <ac:spMkLst>
            <pc:docMk/>
            <pc:sldMk cId="361416485" sldId="314"/>
            <ac:spMk id="2" creationId="{DBA30B27-F2F1-8F44-4C9C-AF6CC707910C}"/>
          </ac:spMkLst>
        </pc:spChg>
        <pc:spChg chg="mod">
          <ac:chgData name="Tùng Nguyễn Khánh" userId="f69de10c4455d0c1" providerId="LiveId" clId="{ED6BED4D-67CD-4F3F-B0F2-ADDFF9768350}" dt="2024-03-12T20:47:18.946" v="1128" actId="113"/>
          <ac:spMkLst>
            <pc:docMk/>
            <pc:sldMk cId="361416485" sldId="314"/>
            <ac:spMk id="3" creationId="{69C638C2-7529-B845-A2B4-C13F583F374E}"/>
          </ac:spMkLst>
        </pc:spChg>
        <pc:spChg chg="add del">
          <ac:chgData name="Tùng Nguyễn Khánh" userId="f69de10c4455d0c1" providerId="LiveId" clId="{ED6BED4D-67CD-4F3F-B0F2-ADDFF9768350}" dt="2024-03-12T20:46:30.695" v="1086" actId="22"/>
          <ac:spMkLst>
            <pc:docMk/>
            <pc:sldMk cId="361416485" sldId="314"/>
            <ac:spMk id="5" creationId="{75145E53-24A8-404B-9C3D-30BEAAFF01DD}"/>
          </ac:spMkLst>
        </pc:spChg>
        <pc:spChg chg="add del">
          <ac:chgData name="Tùng Nguyễn Khánh" userId="f69de10c4455d0c1" providerId="LiveId" clId="{ED6BED4D-67CD-4F3F-B0F2-ADDFF9768350}" dt="2024-03-12T20:46:47.087" v="1089" actId="478"/>
          <ac:spMkLst>
            <pc:docMk/>
            <pc:sldMk cId="361416485" sldId="314"/>
            <ac:spMk id="7" creationId="{1D17AD9F-7B57-56CD-FDDD-3C86775CEED6}"/>
          </ac:spMkLst>
        </pc:spChg>
        <pc:picChg chg="add mod">
          <ac:chgData name="Tùng Nguyễn Khánh" userId="f69de10c4455d0c1" providerId="LiveId" clId="{ED6BED4D-67CD-4F3F-B0F2-ADDFF9768350}" dt="2024-03-12T20:46:50.121" v="1090" actId="1076"/>
          <ac:picMkLst>
            <pc:docMk/>
            <pc:sldMk cId="361416485" sldId="314"/>
            <ac:picMk id="10" creationId="{52F13EAC-8595-509E-3774-ECEF59D11B1A}"/>
          </ac:picMkLst>
        </pc:picChg>
      </pc:sldChg>
      <pc:sldChg chg="modSp new del mod">
        <pc:chgData name="Tùng Nguyễn Khánh" userId="f69de10c4455d0c1" providerId="LiveId" clId="{ED6BED4D-67CD-4F3F-B0F2-ADDFF9768350}" dt="2024-03-12T20:36:30.769" v="600" actId="47"/>
        <pc:sldMkLst>
          <pc:docMk/>
          <pc:sldMk cId="868350302" sldId="315"/>
        </pc:sldMkLst>
        <pc:spChg chg="mod">
          <ac:chgData name="Tùng Nguyễn Khánh" userId="f69de10c4455d0c1" providerId="LiveId" clId="{ED6BED4D-67CD-4F3F-B0F2-ADDFF9768350}" dt="2024-03-12T20:36:09.901" v="598" actId="20577"/>
          <ac:spMkLst>
            <pc:docMk/>
            <pc:sldMk cId="868350302" sldId="315"/>
            <ac:spMk id="2" creationId="{B45C1B5F-7C7D-6163-1E55-96247F5F2BC1}"/>
          </ac:spMkLst>
        </pc:spChg>
      </pc:sldChg>
      <pc:sldChg chg="modSp new mod">
        <pc:chgData name="Tùng Nguyễn Khánh" userId="f69de10c4455d0c1" providerId="LiveId" clId="{ED6BED4D-67CD-4F3F-B0F2-ADDFF9768350}" dt="2024-03-12T20:36:42.533" v="613" actId="1076"/>
        <pc:sldMkLst>
          <pc:docMk/>
          <pc:sldMk cId="2614285976" sldId="316"/>
        </pc:sldMkLst>
        <pc:spChg chg="mod">
          <ac:chgData name="Tùng Nguyễn Khánh" userId="f69de10c4455d0c1" providerId="LiveId" clId="{ED6BED4D-67CD-4F3F-B0F2-ADDFF9768350}" dt="2024-03-12T20:36:42.533" v="613" actId="1076"/>
          <ac:spMkLst>
            <pc:docMk/>
            <pc:sldMk cId="2614285976" sldId="316"/>
            <ac:spMk id="2" creationId="{7A0B3F1B-5848-20DE-4582-CE5A5BD823ED}"/>
          </ac:spMkLst>
        </pc:spChg>
      </pc:sldChg>
      <pc:sldChg chg="new del">
        <pc:chgData name="Tùng Nguyễn Khánh" userId="f69de10c4455d0c1" providerId="LiveId" clId="{ED6BED4D-67CD-4F3F-B0F2-ADDFF9768350}" dt="2024-03-12T20:37:16.238" v="616" actId="47"/>
        <pc:sldMkLst>
          <pc:docMk/>
          <pc:sldMk cId="3174352800" sldId="317"/>
        </pc:sldMkLst>
      </pc:sldChg>
      <pc:sldChg chg="modSp new mod">
        <pc:chgData name="Tùng Nguyễn Khánh" userId="f69de10c4455d0c1" providerId="LiveId" clId="{ED6BED4D-67CD-4F3F-B0F2-ADDFF9768350}" dt="2024-03-12T22:23:18.725" v="1963" actId="20577"/>
        <pc:sldMkLst>
          <pc:docMk/>
          <pc:sldMk cId="37814344" sldId="318"/>
        </pc:sldMkLst>
        <pc:spChg chg="mod">
          <ac:chgData name="Tùng Nguyễn Khánh" userId="f69de10c4455d0c1" providerId="LiveId" clId="{ED6BED4D-67CD-4F3F-B0F2-ADDFF9768350}" dt="2024-03-12T20:37:20.257" v="631" actId="20577"/>
          <ac:spMkLst>
            <pc:docMk/>
            <pc:sldMk cId="37814344" sldId="318"/>
            <ac:spMk id="2" creationId="{C35A3C88-0263-09B2-0ADB-FF5863EDBE2C}"/>
          </ac:spMkLst>
        </pc:spChg>
        <pc:spChg chg="mod">
          <ac:chgData name="Tùng Nguyễn Khánh" userId="f69de10c4455d0c1" providerId="LiveId" clId="{ED6BED4D-67CD-4F3F-B0F2-ADDFF9768350}" dt="2024-03-12T22:23:18.725" v="1963" actId="20577"/>
          <ac:spMkLst>
            <pc:docMk/>
            <pc:sldMk cId="37814344" sldId="318"/>
            <ac:spMk id="3" creationId="{19B66A5C-06B1-C810-3C4F-B6E5F6D914D6}"/>
          </ac:spMkLst>
        </pc:spChg>
      </pc:sldChg>
      <pc:sldChg chg="modSp new mod">
        <pc:chgData name="Tùng Nguyễn Khánh" userId="f69de10c4455d0c1" providerId="LiveId" clId="{ED6BED4D-67CD-4F3F-B0F2-ADDFF9768350}" dt="2024-03-12T22:23:12.782" v="1956" actId="20577"/>
        <pc:sldMkLst>
          <pc:docMk/>
          <pc:sldMk cId="1990978490" sldId="319"/>
        </pc:sldMkLst>
        <pc:spChg chg="mod">
          <ac:chgData name="Tùng Nguyễn Khánh" userId="f69de10c4455d0c1" providerId="LiveId" clId="{ED6BED4D-67CD-4F3F-B0F2-ADDFF9768350}" dt="2024-03-12T20:44:33.117" v="993" actId="20577"/>
          <ac:spMkLst>
            <pc:docMk/>
            <pc:sldMk cId="1990978490" sldId="319"/>
            <ac:spMk id="2" creationId="{BFF9D514-48C2-07E3-52A8-B031EDD319A8}"/>
          </ac:spMkLst>
        </pc:spChg>
        <pc:spChg chg="mod">
          <ac:chgData name="Tùng Nguyễn Khánh" userId="f69de10c4455d0c1" providerId="LiveId" clId="{ED6BED4D-67CD-4F3F-B0F2-ADDFF9768350}" dt="2024-03-12T22:23:12.782" v="1956" actId="20577"/>
          <ac:spMkLst>
            <pc:docMk/>
            <pc:sldMk cId="1990978490" sldId="319"/>
            <ac:spMk id="3" creationId="{5A7083FD-4354-2C06-CC16-CB3A8FBB780D}"/>
          </ac:spMkLst>
        </pc:spChg>
      </pc:sldChg>
      <pc:sldChg chg="addSp delSp modSp new mod ord">
        <pc:chgData name="Tùng Nguyễn Khánh" userId="f69de10c4455d0c1" providerId="LiveId" clId="{ED6BED4D-67CD-4F3F-B0F2-ADDFF9768350}" dt="2024-03-12T22:23:51.997" v="1975" actId="20577"/>
        <pc:sldMkLst>
          <pc:docMk/>
          <pc:sldMk cId="3018538562" sldId="320"/>
        </pc:sldMkLst>
        <pc:spChg chg="mod">
          <ac:chgData name="Tùng Nguyễn Khánh" userId="f69de10c4455d0c1" providerId="LiveId" clId="{ED6BED4D-67CD-4F3F-B0F2-ADDFF9768350}" dt="2024-03-12T21:43:33.896" v="1493" actId="20577"/>
          <ac:spMkLst>
            <pc:docMk/>
            <pc:sldMk cId="3018538562" sldId="320"/>
            <ac:spMk id="2" creationId="{43B110E3-ED3E-BA1C-B087-D123D246ACFE}"/>
          </ac:spMkLst>
        </pc:spChg>
        <pc:spChg chg="del">
          <ac:chgData name="Tùng Nguyễn Khánh" userId="f69de10c4455d0c1" providerId="LiveId" clId="{ED6BED4D-67CD-4F3F-B0F2-ADDFF9768350}" dt="2024-03-12T21:35:29.285" v="1334"/>
          <ac:spMkLst>
            <pc:docMk/>
            <pc:sldMk cId="3018538562" sldId="320"/>
            <ac:spMk id="3" creationId="{B864806F-BD81-DBAC-F8DF-7AAF021AF79A}"/>
          </ac:spMkLst>
        </pc:spChg>
        <pc:spChg chg="add del mod">
          <ac:chgData name="Tùng Nguyễn Khánh" userId="f69de10c4455d0c1" providerId="LiveId" clId="{ED6BED4D-67CD-4F3F-B0F2-ADDFF9768350}" dt="2024-03-12T21:39:10.030" v="1337"/>
          <ac:spMkLst>
            <pc:docMk/>
            <pc:sldMk cId="3018538562" sldId="320"/>
            <ac:spMk id="6" creationId="{3B33D3AB-1C6E-3D5B-BA30-9E9FA6F58FEB}"/>
          </ac:spMkLst>
        </pc:spChg>
        <pc:graphicFrameChg chg="add del mod modGraphic">
          <ac:chgData name="Tùng Nguyễn Khánh" userId="f69de10c4455d0c1" providerId="LiveId" clId="{ED6BED4D-67CD-4F3F-B0F2-ADDFF9768350}" dt="2024-03-12T21:39:07.194" v="1336" actId="478"/>
          <ac:graphicFrameMkLst>
            <pc:docMk/>
            <pc:sldMk cId="3018538562" sldId="320"/>
            <ac:graphicFrameMk id="4" creationId="{1C38C260-1021-27FC-CDB2-6A233C476569}"/>
          </ac:graphicFrameMkLst>
        </pc:graphicFrameChg>
        <pc:graphicFrameChg chg="add mod modGraphic">
          <ac:chgData name="Tùng Nguyễn Khánh" userId="f69de10c4455d0c1" providerId="LiveId" clId="{ED6BED4D-67CD-4F3F-B0F2-ADDFF9768350}" dt="2024-03-12T22:23:51.997" v="1975" actId="20577"/>
          <ac:graphicFrameMkLst>
            <pc:docMk/>
            <pc:sldMk cId="3018538562" sldId="320"/>
            <ac:graphicFrameMk id="7" creationId="{64F07459-83B0-9BD4-CAFF-7CD04F24ACF7}"/>
          </ac:graphicFrameMkLst>
        </pc:graphicFrameChg>
      </pc:sldChg>
      <pc:sldChg chg="addSp delSp modSp new mod">
        <pc:chgData name="Tùng Nguyễn Khánh" userId="f69de10c4455d0c1" providerId="LiveId" clId="{ED6BED4D-67CD-4F3F-B0F2-ADDFF9768350}" dt="2024-03-12T22:03:58.912" v="1919" actId="14100"/>
        <pc:sldMkLst>
          <pc:docMk/>
          <pc:sldMk cId="4244719436" sldId="321"/>
        </pc:sldMkLst>
        <pc:spChg chg="mod">
          <ac:chgData name="Tùng Nguyễn Khánh" userId="f69de10c4455d0c1" providerId="LiveId" clId="{ED6BED4D-67CD-4F3F-B0F2-ADDFF9768350}" dt="2024-03-12T22:03:01.386" v="1913" actId="14100"/>
          <ac:spMkLst>
            <pc:docMk/>
            <pc:sldMk cId="4244719436" sldId="321"/>
            <ac:spMk id="2" creationId="{86C7CDC5-3734-BD92-1BD1-30E5738BA29E}"/>
          </ac:spMkLst>
        </pc:spChg>
        <pc:spChg chg="del">
          <ac:chgData name="Tùng Nguyễn Khánh" userId="f69de10c4455d0c1" providerId="LiveId" clId="{ED6BED4D-67CD-4F3F-B0F2-ADDFF9768350}" dt="2024-03-12T21:46:29.015" v="1499"/>
          <ac:spMkLst>
            <pc:docMk/>
            <pc:sldMk cId="4244719436" sldId="321"/>
            <ac:spMk id="3" creationId="{D6793079-23CE-78CD-4C5C-0FEAF74541A4}"/>
          </ac:spMkLst>
        </pc:spChg>
        <pc:graphicFrameChg chg="add mod modGraphic">
          <ac:chgData name="Tùng Nguyễn Khánh" userId="f69de10c4455d0c1" providerId="LiveId" clId="{ED6BED4D-67CD-4F3F-B0F2-ADDFF9768350}" dt="2024-03-12T22:03:58.912" v="1919" actId="14100"/>
          <ac:graphicFrameMkLst>
            <pc:docMk/>
            <pc:sldMk cId="4244719436" sldId="321"/>
            <ac:graphicFrameMk id="4" creationId="{7DA63C2D-C494-ACE6-6B7A-F3E75B51CF6D}"/>
          </ac:graphicFrameMkLst>
        </pc:graphicFrameChg>
      </pc:sldChg>
      <pc:sldChg chg="modSp new mod">
        <pc:chgData name="Tùng Nguyễn Khánh" userId="f69de10c4455d0c1" providerId="LiveId" clId="{ED6BED4D-67CD-4F3F-B0F2-ADDFF9768350}" dt="2024-03-12T22:01:54.379" v="1879" actId="20577"/>
        <pc:sldMkLst>
          <pc:docMk/>
          <pc:sldMk cId="3721812945" sldId="322"/>
        </pc:sldMkLst>
        <pc:spChg chg="mod">
          <ac:chgData name="Tùng Nguyễn Khánh" userId="f69de10c4455d0c1" providerId="LiveId" clId="{ED6BED4D-67CD-4F3F-B0F2-ADDFF9768350}" dt="2024-03-12T22:00:39.605" v="1753" actId="20577"/>
          <ac:spMkLst>
            <pc:docMk/>
            <pc:sldMk cId="3721812945" sldId="322"/>
            <ac:spMk id="2" creationId="{A17F7E46-733D-95A1-93C5-B090B4BE8FB4}"/>
          </ac:spMkLst>
        </pc:spChg>
        <pc:spChg chg="mod">
          <ac:chgData name="Tùng Nguyễn Khánh" userId="f69de10c4455d0c1" providerId="LiveId" clId="{ED6BED4D-67CD-4F3F-B0F2-ADDFF9768350}" dt="2024-03-12T22:01:54.379" v="1879" actId="20577"/>
          <ac:spMkLst>
            <pc:docMk/>
            <pc:sldMk cId="3721812945" sldId="322"/>
            <ac:spMk id="3" creationId="{0FB07D6C-DF2A-0848-4A36-E4A242DE577A}"/>
          </ac:spMkLst>
        </pc:spChg>
      </pc:sldChg>
      <pc:sldChg chg="new del">
        <pc:chgData name="Tùng Nguyễn Khánh" userId="f69de10c4455d0c1" providerId="LiveId" clId="{ED6BED4D-67CD-4F3F-B0F2-ADDFF9768350}" dt="2024-03-12T22:02:26.144" v="1911" actId="47"/>
        <pc:sldMkLst>
          <pc:docMk/>
          <pc:sldMk cId="3956097761" sldId="323"/>
        </pc:sldMkLst>
      </pc:sldChg>
      <pc:sldChg chg="modSp new mod">
        <pc:chgData name="Tùng Nguyễn Khánh" userId="f69de10c4455d0c1" providerId="LiveId" clId="{ED6BED4D-67CD-4F3F-B0F2-ADDFF9768350}" dt="2024-03-12T22:02:21.943" v="1910" actId="122"/>
        <pc:sldMkLst>
          <pc:docMk/>
          <pc:sldMk cId="1194383373" sldId="324"/>
        </pc:sldMkLst>
        <pc:spChg chg="mod">
          <ac:chgData name="Tùng Nguyễn Khánh" userId="f69de10c4455d0c1" providerId="LiveId" clId="{ED6BED4D-67CD-4F3F-B0F2-ADDFF9768350}" dt="2024-03-12T22:02:21.943" v="1910" actId="122"/>
          <ac:spMkLst>
            <pc:docMk/>
            <pc:sldMk cId="1194383373" sldId="324"/>
            <ac:spMk id="2" creationId="{ECC04D97-1AA6-D48B-5BFE-45EA5D7F2063}"/>
          </ac:spMkLst>
        </pc:spChg>
      </pc:sldChg>
    </pc:docChg>
  </pc:docChgLst>
  <pc:docChgLst>
    <pc:chgData name="Tùng Nguyễn Khánh" userId="f69de10c4455d0c1" providerId="LiveId" clId="{AD3AE1CE-D86E-417F-B1CA-2C29D3214565}"/>
    <pc:docChg chg="undo custSel addSld delSld modSld">
      <pc:chgData name="Tùng Nguyễn Khánh" userId="f69de10c4455d0c1" providerId="LiveId" clId="{AD3AE1CE-D86E-417F-B1CA-2C29D3214565}" dt="2024-04-09T12:58:55.507" v="1785" actId="20577"/>
      <pc:docMkLst>
        <pc:docMk/>
      </pc:docMkLst>
      <pc:sldChg chg="delSp mod">
        <pc:chgData name="Tùng Nguyễn Khánh" userId="f69de10c4455d0c1" providerId="LiveId" clId="{AD3AE1CE-D86E-417F-B1CA-2C29D3214565}" dt="2024-04-09T12:54:51.971" v="1783" actId="478"/>
        <pc:sldMkLst>
          <pc:docMk/>
          <pc:sldMk cId="2444807124" sldId="256"/>
        </pc:sldMkLst>
        <pc:picChg chg="del">
          <ac:chgData name="Tùng Nguyễn Khánh" userId="f69de10c4455d0c1" providerId="LiveId" clId="{AD3AE1CE-D86E-417F-B1CA-2C29D3214565}" dt="2024-04-09T12:54:51.971" v="1783" actId="478"/>
          <ac:picMkLst>
            <pc:docMk/>
            <pc:sldMk cId="2444807124" sldId="256"/>
            <ac:picMk id="6" creationId="{A24338E6-75A2-5890-41F6-4C0761A1E2E6}"/>
          </ac:picMkLst>
        </pc:picChg>
      </pc:sldChg>
      <pc:sldChg chg="modSp mod">
        <pc:chgData name="Tùng Nguyễn Khánh" userId="f69de10c4455d0c1" providerId="LiveId" clId="{AD3AE1CE-D86E-417F-B1CA-2C29D3214565}" dt="2024-04-09T12:58:55.507" v="1785" actId="20577"/>
        <pc:sldMkLst>
          <pc:docMk/>
          <pc:sldMk cId="2197483822" sldId="257"/>
        </pc:sldMkLst>
        <pc:spChg chg="mod">
          <ac:chgData name="Tùng Nguyễn Khánh" userId="f69de10c4455d0c1" providerId="LiveId" clId="{AD3AE1CE-D86E-417F-B1CA-2C29D3214565}" dt="2024-04-09T12:58:55.507" v="1785" actId="20577"/>
          <ac:spMkLst>
            <pc:docMk/>
            <pc:sldMk cId="2197483822" sldId="257"/>
            <ac:spMk id="3" creationId="{F2B0BA15-6C36-D33E-E997-C0136276186E}"/>
          </ac:spMkLst>
        </pc:spChg>
      </pc:sldChg>
      <pc:sldChg chg="modSp mod">
        <pc:chgData name="Tùng Nguyễn Khánh" userId="f69de10c4455d0c1" providerId="LiveId" clId="{AD3AE1CE-D86E-417F-B1CA-2C29D3214565}" dt="2024-04-09T12:52:21.530" v="1782" actId="33524"/>
        <pc:sldMkLst>
          <pc:docMk/>
          <pc:sldMk cId="1860129884" sldId="258"/>
        </pc:sldMkLst>
        <pc:spChg chg="mod">
          <ac:chgData name="Tùng Nguyễn Khánh" userId="f69de10c4455d0c1" providerId="LiveId" clId="{AD3AE1CE-D86E-417F-B1CA-2C29D3214565}" dt="2024-04-09T12:52:21.530" v="1782" actId="33524"/>
          <ac:spMkLst>
            <pc:docMk/>
            <pc:sldMk cId="1860129884" sldId="258"/>
            <ac:spMk id="3" creationId="{7C6FAE71-B57A-38F0-118E-00074FBB79FC}"/>
          </ac:spMkLst>
        </pc:spChg>
      </pc:sldChg>
      <pc:sldChg chg="modSp mod">
        <pc:chgData name="Tùng Nguyễn Khánh" userId="f69de10c4455d0c1" providerId="LiveId" clId="{AD3AE1CE-D86E-417F-B1CA-2C29D3214565}" dt="2024-04-09T08:49:52.123" v="1648" actId="20577"/>
        <pc:sldMkLst>
          <pc:docMk/>
          <pc:sldMk cId="3721812945" sldId="322"/>
        </pc:sldMkLst>
        <pc:spChg chg="mod">
          <ac:chgData name="Tùng Nguyễn Khánh" userId="f69de10c4455d0c1" providerId="LiveId" clId="{AD3AE1CE-D86E-417F-B1CA-2C29D3214565}" dt="2024-04-09T08:49:52.123" v="1648" actId="20577"/>
          <ac:spMkLst>
            <pc:docMk/>
            <pc:sldMk cId="3721812945" sldId="322"/>
            <ac:spMk id="3" creationId="{0FB07D6C-DF2A-0848-4A36-E4A242DE577A}"/>
          </ac:spMkLst>
        </pc:spChg>
      </pc:sldChg>
      <pc:sldChg chg="modSp mod">
        <pc:chgData name="Tùng Nguyễn Khánh" userId="f69de10c4455d0c1" providerId="LiveId" clId="{AD3AE1CE-D86E-417F-B1CA-2C29D3214565}" dt="2024-04-09T08:54:48.166" v="1653" actId="1076"/>
        <pc:sldMkLst>
          <pc:docMk/>
          <pc:sldMk cId="1194383373" sldId="324"/>
        </pc:sldMkLst>
        <pc:spChg chg="mod">
          <ac:chgData name="Tùng Nguyễn Khánh" userId="f69de10c4455d0c1" providerId="LiveId" clId="{AD3AE1CE-D86E-417F-B1CA-2C29D3214565}" dt="2024-04-09T08:54:48.166" v="1653" actId="1076"/>
          <ac:spMkLst>
            <pc:docMk/>
            <pc:sldMk cId="1194383373" sldId="324"/>
            <ac:spMk id="2" creationId="{ECC04D97-1AA6-D48B-5BFE-45EA5D7F2063}"/>
          </ac:spMkLst>
        </pc:spChg>
      </pc:sldChg>
      <pc:sldChg chg="addSp modSp new mod">
        <pc:chgData name="Tùng Nguyễn Khánh" userId="f69de10c4455d0c1" providerId="LiveId" clId="{AD3AE1CE-D86E-417F-B1CA-2C29D3214565}" dt="2024-04-09T08:54:01.247" v="1650" actId="113"/>
        <pc:sldMkLst>
          <pc:docMk/>
          <pc:sldMk cId="2053709455" sldId="325"/>
        </pc:sldMkLst>
        <pc:spChg chg="mod">
          <ac:chgData name="Tùng Nguyễn Khánh" userId="f69de10c4455d0c1" providerId="LiveId" clId="{AD3AE1CE-D86E-417F-B1CA-2C29D3214565}" dt="2024-04-09T08:53:55.032" v="1649" actId="6549"/>
          <ac:spMkLst>
            <pc:docMk/>
            <pc:sldMk cId="2053709455" sldId="325"/>
            <ac:spMk id="2" creationId="{446A4ECF-3495-72C8-D122-B18806E44A0D}"/>
          </ac:spMkLst>
        </pc:spChg>
        <pc:spChg chg="mod">
          <ac:chgData name="Tùng Nguyễn Khánh" userId="f69de10c4455d0c1" providerId="LiveId" clId="{AD3AE1CE-D86E-417F-B1CA-2C29D3214565}" dt="2024-04-09T08:54:01.247" v="1650" actId="113"/>
          <ac:spMkLst>
            <pc:docMk/>
            <pc:sldMk cId="2053709455" sldId="325"/>
            <ac:spMk id="3" creationId="{D80DF954-5CDA-C5D5-DFC0-83265B1DD0A3}"/>
          </ac:spMkLst>
        </pc:spChg>
        <pc:picChg chg="add mod">
          <ac:chgData name="Tùng Nguyễn Khánh" userId="f69de10c4455d0c1" providerId="LiveId" clId="{AD3AE1CE-D86E-417F-B1CA-2C29D3214565}" dt="2024-04-09T08:15:24.556" v="886"/>
          <ac:picMkLst>
            <pc:docMk/>
            <pc:sldMk cId="2053709455" sldId="325"/>
            <ac:picMk id="4" creationId="{FB3DEE22-C812-F7E5-5C65-804167273E1B}"/>
          </ac:picMkLst>
        </pc:picChg>
      </pc:sldChg>
      <pc:sldChg chg="addSp delSp modSp new mod">
        <pc:chgData name="Tùng Nguyễn Khánh" userId="f69de10c4455d0c1" providerId="LiveId" clId="{AD3AE1CE-D86E-417F-B1CA-2C29D3214565}" dt="2024-04-09T09:54:40.538" v="1781" actId="20577"/>
        <pc:sldMkLst>
          <pc:docMk/>
          <pc:sldMk cId="2909759183" sldId="326"/>
        </pc:sldMkLst>
        <pc:spChg chg="mod">
          <ac:chgData name="Tùng Nguyễn Khánh" userId="f69de10c4455d0c1" providerId="LiveId" clId="{AD3AE1CE-D86E-417F-B1CA-2C29D3214565}" dt="2024-04-09T08:23:52.235" v="1194" actId="20577"/>
          <ac:spMkLst>
            <pc:docMk/>
            <pc:sldMk cId="2909759183" sldId="326"/>
            <ac:spMk id="2" creationId="{54614187-465C-B3C6-81F9-589D89A72236}"/>
          </ac:spMkLst>
        </pc:spChg>
        <pc:spChg chg="mod">
          <ac:chgData name="Tùng Nguyễn Khánh" userId="f69de10c4455d0c1" providerId="LiveId" clId="{AD3AE1CE-D86E-417F-B1CA-2C29D3214565}" dt="2024-04-09T09:54:40.538" v="1781" actId="20577"/>
          <ac:spMkLst>
            <pc:docMk/>
            <pc:sldMk cId="2909759183" sldId="326"/>
            <ac:spMk id="3" creationId="{E286B0BA-DA8F-83D4-41EA-C272A62F5961}"/>
          </ac:spMkLst>
        </pc:spChg>
        <pc:spChg chg="add del">
          <ac:chgData name="Tùng Nguyễn Khánh" userId="f69de10c4455d0c1" providerId="LiveId" clId="{AD3AE1CE-D86E-417F-B1CA-2C29D3214565}" dt="2024-04-09T08:14:56.686" v="854" actId="22"/>
          <ac:spMkLst>
            <pc:docMk/>
            <pc:sldMk cId="2909759183" sldId="326"/>
            <ac:spMk id="5" creationId="{D47E1183-2E09-5E6C-A6A0-68ED496D61C6}"/>
          </ac:spMkLst>
        </pc:spChg>
      </pc:sldChg>
      <pc:sldChg chg="new del">
        <pc:chgData name="Tùng Nguyễn Khánh" userId="f69de10c4455d0c1" providerId="LiveId" clId="{AD3AE1CE-D86E-417F-B1CA-2C29D3214565}" dt="2024-04-09T08:16:28.704" v="962" actId="47"/>
        <pc:sldMkLst>
          <pc:docMk/>
          <pc:sldMk cId="1266440123" sldId="327"/>
        </pc:sldMkLst>
      </pc:sldChg>
      <pc:sldChg chg="modSp new del mod">
        <pc:chgData name="Tùng Nguyễn Khánh" userId="f69de10c4455d0c1" providerId="LiveId" clId="{AD3AE1CE-D86E-417F-B1CA-2C29D3214565}" dt="2024-04-09T09:53:37.723" v="1746" actId="47"/>
        <pc:sldMkLst>
          <pc:docMk/>
          <pc:sldMk cId="2859411561" sldId="327"/>
        </pc:sldMkLst>
        <pc:spChg chg="mod">
          <ac:chgData name="Tùng Nguyễn Khánh" userId="f69de10c4455d0c1" providerId="LiveId" clId="{AD3AE1CE-D86E-417F-B1CA-2C29D3214565}" dt="2024-04-09T09:48:10.969" v="1745" actId="20577"/>
          <ac:spMkLst>
            <pc:docMk/>
            <pc:sldMk cId="2859411561" sldId="327"/>
            <ac:spMk id="2" creationId="{98A25FD9-B255-60B5-2D5B-B1D007FA91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311E-FDBF-5233-A299-A1D5329F6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E02AD-938C-807F-DD36-585E51501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2F26A-9F39-1777-D263-DF106F58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2926-86D0-E34E-83F8-754CBF0E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FC46-1848-43CC-E406-F7B79F67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2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4186-6A88-3D26-BCA4-07A35E1F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11CE6-E37F-27B6-EB6F-71F40903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55AC3-8427-E763-0DA6-701B89FA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59BFB-F695-65A0-AA8D-DF0570E2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4A4EF-E4A4-A979-0AB5-F2E60DE7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3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D7D6-6747-63B3-152D-C07A0897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8DDFA-BA96-64B6-DA3F-1292CFC67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2BED6-568A-0214-B30B-94186DC2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BDEF5-3D1A-34DE-8BEB-9DE781C3F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76FF7-30A6-8991-3E8B-C17D6361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4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2868-BEAB-2A4B-8125-1E527A38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6DEB-519D-E566-E544-E7805D953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9F0B4-83B1-CA62-A175-0DCFF4400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8E57C-7D28-2D2C-7174-5125DBFD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D22BE-FDB9-C97F-AE73-BB36A468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C6ADA-A4ED-DCA1-03E9-3F0CDC53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7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84CA-A59D-34C9-08F9-A8C63B0F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F249D-C067-5253-DE73-DA2EE06E7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C21F0-5AA9-E7B3-9883-E37464DDB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A8E05-D774-9ACE-8EFD-9AC22BBC0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D0449-E38E-EF6A-DF87-84D75508A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96B80-BE5F-B73B-0B47-140966E7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0D22B-BA9F-8469-38E0-91A5BED0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06203-5FAB-EE55-5238-0DE0BD38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9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C13B6-C3F3-CD78-8CC5-901234D7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A81BD-24F8-8523-FFBF-3C9A9C95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3F895-4EB4-0566-A265-10FB72F8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E5E2F-9904-DF62-5D3A-0150AEF4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0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0295E-E098-6DD6-02CF-3E3AA545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6CB9F-A2F8-4D26-D0D3-0B067C55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009CF-A6CE-CBC6-D74C-EEC096F7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FB8C-DABB-6AAB-7B0D-60386891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808F-57E6-D6B7-C0E1-9B0D051E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E0AD7-DA6A-63E3-342B-14F0114DA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EEC43-1E95-60C8-0246-29F238DB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62DF0-821E-8F6D-8E33-8C565C68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4976D-149C-F141-86B8-1BB29373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1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53B3-2AA9-0FDC-E318-436B1CA8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80C699-D229-80EA-9197-574BACFDB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25F72-5162-0933-2368-2987A1DC5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F39AA-FF4B-962A-EC42-7ECD2B42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B75DB-48BB-4E24-E5DE-790ABD71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166DE-9C04-ED59-D049-0CBD5B40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7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9995-7FCD-CD31-A774-BDEEB6D3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C5843-C122-B7E2-AFA1-890ADDD6F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A1A67-8111-876C-9398-A787177E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7B07C-ABB4-03F3-6D60-BEB8CD84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7E9B-B220-5A70-2790-EFE7B554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9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AE828-F34B-C46C-3783-BD5253CE2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AF865-ABAF-AE4F-B2EA-85C9C104C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5764-94B2-5E94-79C6-8B18F4E3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6BCDE-CFE6-0ABF-9C2E-7F5F7A52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32944-E776-940C-0AD0-6569F6C4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C4C55-BADE-F551-24EF-57DDBFB1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A424B-436B-878A-6F1E-2D7784F0E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5D03-AA5B-6C23-8F23-ECE3BA747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4557E-902F-4C22-98CE-1BDCD49446FB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834D-7876-2605-ABE7-CD46D2D46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B46B7-7DE4-0119-170E-72962C6DF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F4ED3-C783-4BBC-8FD3-F75F27C6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7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65DB-2705-9807-3099-E2B7448F3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44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metaheuristic approach to the Container Relocation Problem (CRP)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120FF-9FA7-52C2-8E90-A42F7F8992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510E16-7614-A7FB-F4AC-00A7B207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439" y="3595509"/>
            <a:ext cx="3573189" cy="2851678"/>
          </a:xfrm>
          <a:prstGeom prst="rect">
            <a:avLst/>
          </a:prstGeom>
        </p:spPr>
      </p:pic>
      <p:pic>
        <p:nvPicPr>
          <p:cNvPr id="4098" name="Picture 2" descr="Directory | EOS Geoscience Research Group at Vietnam National University,  Hanoi">
            <a:extLst>
              <a:ext uri="{FF2B5EF4-FFF2-40B4-BE49-F238E27FC236}">
                <a16:creationId xmlns:a16="http://schemas.microsoft.com/office/drawing/2014/main" id="{15698684-67E0-377C-350B-8EF35237D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42" y="229758"/>
            <a:ext cx="2169886" cy="73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0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341F-301D-A5C3-3E60-4E31092F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BA15-6C36-D33E-E997-C01362761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a prior papers of </a:t>
            </a:r>
            <a:r>
              <a:rPr lang="en-US" i="1" dirty="0"/>
              <a:t>Livia </a:t>
            </a:r>
            <a:r>
              <a:rPr lang="en-US" i="1" dirty="0" err="1"/>
              <a:t>Maglic</a:t>
            </a:r>
            <a:r>
              <a:rPr lang="en-US" i="1" dirty="0"/>
              <a:t> </a:t>
            </a:r>
            <a:r>
              <a:rPr lang="en-US" dirty="0"/>
              <a:t>(2019) and </a:t>
            </a:r>
            <a:r>
              <a:rPr lang="en-US" i="1" dirty="0"/>
              <a:t>Marko </a:t>
            </a:r>
            <a:r>
              <a:rPr lang="en-US" i="1" dirty="0" err="1"/>
              <a:t>Gulic</a:t>
            </a:r>
            <a:r>
              <a:rPr lang="en-US" i="1"/>
              <a:t> </a:t>
            </a:r>
            <a:r>
              <a:rPr lang="en-US"/>
              <a:t>(</a:t>
            </a:r>
            <a:r>
              <a:rPr lang="en-US" dirty="0"/>
              <a:t>2022) and other.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Our study uses genetic algorithms(GA) with </a:t>
            </a:r>
            <a:r>
              <a:rPr lang="en-US" i="1" dirty="0"/>
              <a:t>new</a:t>
            </a:r>
            <a:r>
              <a:rPr lang="en-US" dirty="0"/>
              <a:t> relocation rules.	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dirty="0"/>
              <a:t>Reduce the </a:t>
            </a:r>
            <a:r>
              <a:rPr lang="en-US" i="1" dirty="0"/>
              <a:t>average</a:t>
            </a:r>
            <a:r>
              <a:rPr lang="en-US" dirty="0"/>
              <a:t> </a:t>
            </a:r>
            <a:r>
              <a:rPr lang="en-US" i="1" dirty="0"/>
              <a:t>number of relocation</a:t>
            </a:r>
            <a:r>
              <a:rPr lang="en-US" dirty="0"/>
              <a:t> of blocking containers.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dirty="0"/>
              <a:t>Ensure </a:t>
            </a:r>
            <a:r>
              <a:rPr lang="en-US" i="1" dirty="0"/>
              <a:t>the balance </a:t>
            </a:r>
            <a:r>
              <a:rPr lang="en-US" dirty="0"/>
              <a:t>of the bay during retrieving process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dirty="0"/>
              <a:t>Reduce the </a:t>
            </a:r>
            <a:r>
              <a:rPr lang="en-US" i="1" dirty="0"/>
              <a:t>horizontal</a:t>
            </a:r>
            <a:r>
              <a:rPr lang="en-US" dirty="0"/>
              <a:t> movement of the crane trolley.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48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B7DC-7255-9AC8-375E-A56A6B4B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991"/>
            <a:ext cx="10515600" cy="2852737"/>
          </a:xfrm>
        </p:spPr>
        <p:txBody>
          <a:bodyPr/>
          <a:lstStyle/>
          <a:p>
            <a:pPr algn="ctr"/>
            <a:r>
              <a:rPr lang="en-US"/>
              <a:t>1. CRP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0FD08-A320-036A-0225-105F37211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968B-A8F9-900D-BFCD-3BC68F00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CRP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FAE71-B57A-38F0-118E-00074FBB7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83"/>
            <a:ext cx="5795210" cy="31073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container bay at a terminal seaport.</a:t>
            </a:r>
          </a:p>
          <a:p>
            <a:r>
              <a:rPr lang="en-US" dirty="0"/>
              <a:t>Containers are stacked side by side and on top of each other.</a:t>
            </a:r>
          </a:p>
          <a:p>
            <a:r>
              <a:rPr lang="en-US" dirty="0"/>
              <a:t>Each container has a unique priority number based on retrieving time.</a:t>
            </a:r>
          </a:p>
          <a:p>
            <a:r>
              <a:rPr lang="en-US" i="1" dirty="0"/>
              <a:t>Blocking containers.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60632-50DD-E99D-86D1-8506278B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80" y="1272885"/>
            <a:ext cx="3539336" cy="2824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10BCD3-A490-B85F-4392-F9F6EAA35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12" y="4359276"/>
            <a:ext cx="7311081" cy="24987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AE60BE-0C12-0018-134A-8174A0CD90CC}"/>
              </a:ext>
            </a:extLst>
          </p:cNvPr>
          <p:cNvSpPr txBox="1"/>
          <p:nvPr/>
        </p:nvSpPr>
        <p:spPr>
          <a:xfrm>
            <a:off x="2189747" y="6332815"/>
            <a:ext cx="2320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Marko Gulic </a:t>
            </a:r>
            <a:r>
              <a:rPr lang="en-US"/>
              <a:t>(2022)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FDFEBA-76C8-C83B-1C39-EC86FF1586E8}"/>
              </a:ext>
            </a:extLst>
          </p:cNvPr>
          <p:cNvCxnSpPr>
            <a:cxnSpLocks/>
          </p:cNvCxnSpPr>
          <p:nvPr/>
        </p:nvCxnSpPr>
        <p:spPr>
          <a:xfrm flipH="1">
            <a:off x="9352547" y="922421"/>
            <a:ext cx="745958" cy="488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1F0BAE-DF05-EF0B-2A91-6B94184911AE}"/>
              </a:ext>
            </a:extLst>
          </p:cNvPr>
          <p:cNvSpPr txBox="1"/>
          <p:nvPr/>
        </p:nvSpPr>
        <p:spPr>
          <a:xfrm>
            <a:off x="10066422" y="468391"/>
            <a:ext cx="1138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Crane trolley</a:t>
            </a:r>
          </a:p>
        </p:txBody>
      </p:sp>
    </p:spTree>
    <p:extLst>
      <p:ext uri="{BB962C8B-B14F-4D97-AF65-F5344CB8AC3E}">
        <p14:creationId xmlns:p14="http://schemas.microsoft.com/office/powerpoint/2010/main" val="186012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6AC5-53EB-7031-7AFA-4A93F7AE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CRP description </a:t>
            </a:r>
            <a:r>
              <a:rPr lang="en-US" i="1"/>
              <a:t>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D179-C064-3DC7-6471-4D3B0BFA3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i="1"/>
              <a:t>Caserta (2011):</a:t>
            </a:r>
            <a:r>
              <a:rPr lang="en-US"/>
              <a:t> </a:t>
            </a:r>
          </a:p>
          <a:p>
            <a:pPr lvl="1" algn="just"/>
            <a:r>
              <a:rPr lang="en-US"/>
              <a:t>The objective of the CRP is to retrieve all the containers from the bay in the prescribed order while </a:t>
            </a:r>
            <a:r>
              <a:rPr lang="en-US" i="1"/>
              <a:t>minimizing the number of rehandling</a:t>
            </a:r>
            <a:r>
              <a:rPr lang="en-US"/>
              <a:t> operations.</a:t>
            </a:r>
          </a:p>
          <a:p>
            <a:pPr algn="just"/>
            <a:r>
              <a:rPr lang="en-US" i="1"/>
              <a:t>Livia Maglic</a:t>
            </a:r>
            <a:r>
              <a:rPr lang="en-US"/>
              <a:t>(2019): </a:t>
            </a:r>
          </a:p>
          <a:p>
            <a:pPr lvl="1"/>
            <a:r>
              <a:rPr lang="en-US"/>
              <a:t>The CRP focuses to find the </a:t>
            </a:r>
            <a:r>
              <a:rPr lang="en-US" i="1"/>
              <a:t>best sequence of rules </a:t>
            </a:r>
            <a:r>
              <a:rPr lang="en-US"/>
              <a:t>to retrieve all the containers within the given bay (respecting their priority) with the minimum number of relocations</a:t>
            </a:r>
          </a:p>
          <a:p>
            <a:r>
              <a:rPr lang="en-US" i="1"/>
              <a:t>Marko Gulic(2022):</a:t>
            </a:r>
          </a:p>
          <a:p>
            <a:pPr lvl="1"/>
            <a:r>
              <a:rPr lang="en-US"/>
              <a:t>Minimizing the total number of container relocations within the bay and thus speeding up container retrieval.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8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0AF8-838F-497D-582D-441B07969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6BD72-982A-EBFC-BFAC-6B805B0DE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F4F13-F450-9417-5583-A376EEF9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817" y="2030247"/>
            <a:ext cx="7311081" cy="2498724"/>
          </a:xfrm>
          <a:prstGeom prst="rect">
            <a:avLst/>
          </a:prstGeom>
        </p:spPr>
      </p:pic>
      <p:pic>
        <p:nvPicPr>
          <p:cNvPr id="1026" name="Picture 2" descr="What is a good question? | Dragonfly Training">
            <a:extLst>
              <a:ext uri="{FF2B5EF4-FFF2-40B4-BE49-F238E27FC236}">
                <a16:creationId xmlns:a16="http://schemas.microsoft.com/office/drawing/2014/main" id="{B4EB1B1F-BBBC-A8F9-AD8C-E4F87FDD0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288" y="3279609"/>
            <a:ext cx="2622884" cy="262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89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1266-FD10-807C-6927-70437512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CRP description </a:t>
            </a:r>
            <a:r>
              <a:rPr lang="en-US" i="1"/>
              <a:t>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67BF-5226-C86C-01AA-8DA8488AB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NP-hard problem </a:t>
            </a:r>
            <a:r>
              <a:rPr lang="en-US" i="1"/>
              <a:t>(Caserta (2011))</a:t>
            </a:r>
          </a:p>
          <a:p>
            <a:r>
              <a:rPr lang="en-US"/>
              <a:t>Can be solved effectively by using </a:t>
            </a:r>
            <a:r>
              <a:rPr lang="en-US" i="1"/>
              <a:t>metaheuristic algorithms</a:t>
            </a:r>
          </a:p>
          <a:p>
            <a:pPr lvl="1"/>
            <a:r>
              <a:rPr lang="en-US" b="1"/>
              <a:t>GA</a:t>
            </a:r>
            <a:r>
              <a:rPr lang="en-US" i="1"/>
              <a:t> (Livia Maglic. (2019), Marko Gulic(2022)</a:t>
            </a:r>
          </a:p>
          <a:p>
            <a:pPr lvl="1"/>
            <a:r>
              <a:rPr lang="en-US"/>
              <a:t>Tabu search </a:t>
            </a:r>
            <a:r>
              <a:rPr lang="en-US" i="1"/>
              <a:t>(Wu &amp; Ting, 2010)</a:t>
            </a:r>
          </a:p>
          <a:p>
            <a:pPr lvl="1"/>
            <a:r>
              <a:rPr lang="en-US"/>
              <a:t>Simulated annealing </a:t>
            </a:r>
            <a:r>
              <a:rPr lang="en-US" i="1"/>
              <a:t>(ElWakil et al. (2019)</a:t>
            </a:r>
          </a:p>
          <a:p>
            <a:pPr lvl="1"/>
            <a:r>
              <a:rPr lang="en-US"/>
              <a:t>Ant colony optimization</a:t>
            </a:r>
            <a:r>
              <a:rPr lang="en-US" i="1"/>
              <a:t> (</a:t>
            </a:r>
            <a:r>
              <a:rPr lang="nl-NL" i="1"/>
              <a:t>Jovanovic et al. (2019)</a:t>
            </a:r>
            <a:endParaRPr lang="en-US" i="1"/>
          </a:p>
          <a:p>
            <a:pPr lvl="1"/>
            <a:r>
              <a:rPr lang="en-US"/>
              <a:t>Pilot method (Tricoire et al. (2017)</a:t>
            </a:r>
          </a:p>
          <a:p>
            <a:pPr lvl="1"/>
            <a:r>
              <a:rPr lang="en-US"/>
              <a:t>…</a:t>
            </a:r>
          </a:p>
          <a:p>
            <a:endParaRPr lang="en-US" i="1"/>
          </a:p>
          <a:p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2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5459-D31B-7F3B-1AFD-10D6BC7F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CRP description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55FBC-D2C9-99BF-AC06-4518ADE97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23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Assumptions: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Focus on </a:t>
            </a:r>
            <a:r>
              <a:rPr lang="en-US" i="1"/>
              <a:t>a</a:t>
            </a:r>
            <a:r>
              <a:rPr lang="en-US"/>
              <a:t> 2-dimensional bay.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Static: no new container arrival is allowed during the retrieval process.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Offline: retrieval times are known in advance.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All containers are full and the same size (1 TEU)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The minimum number of empty space on the bay: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Restricted variant: </a:t>
            </a:r>
            <a:r>
              <a:rPr lang="en-US" i="1"/>
              <a:t>only</a:t>
            </a:r>
            <a:r>
              <a:rPr lang="en-US"/>
              <a:t> the relocation of blocking containers is allowed.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97F60-791C-A785-05EF-13BFB49AF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30" y="4055668"/>
            <a:ext cx="3396427" cy="941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7AC80A-7D51-CFAE-1184-98664D40B2B6}"/>
              </a:ext>
            </a:extLst>
          </p:cNvPr>
          <p:cNvSpPr txBox="1"/>
          <p:nvPr/>
        </p:nvSpPr>
        <p:spPr>
          <a:xfrm>
            <a:off x="7236126" y="4526298"/>
            <a:ext cx="2685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/>
              <a:t>Wu, Ting (2010)</a:t>
            </a:r>
          </a:p>
        </p:txBody>
      </p:sp>
    </p:spTree>
    <p:extLst>
      <p:ext uri="{BB962C8B-B14F-4D97-AF65-F5344CB8AC3E}">
        <p14:creationId xmlns:p14="http://schemas.microsoft.com/office/powerpoint/2010/main" val="183428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B134E9-3039-F275-A05A-AF1ACCE3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661" y="947738"/>
            <a:ext cx="10515600" cy="2852737"/>
          </a:xfrm>
        </p:spPr>
        <p:txBody>
          <a:bodyPr/>
          <a:lstStyle/>
          <a:p>
            <a:pPr algn="ctr"/>
            <a:r>
              <a:rPr lang="en-US"/>
              <a:t>2. CRP solutions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3D00F-21B0-5DCE-FB51-8B4AF5061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0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2EEF-2108-0A68-16D4-F28895FA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Livia Maglic</a:t>
            </a:r>
            <a:r>
              <a:rPr lang="en-US"/>
              <a:t>(2019): propose </a:t>
            </a:r>
            <a:r>
              <a:rPr lang="en-US" b="1"/>
              <a:t>4 rules + 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A0C70-7242-8610-5F4D-C89FB09A4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053" y="1480720"/>
            <a:ext cx="10515600" cy="4351338"/>
          </a:xfrm>
        </p:spPr>
        <p:txBody>
          <a:bodyPr/>
          <a:lstStyle/>
          <a:p>
            <a:r>
              <a:rPr lang="en-US" b="1"/>
              <a:t>R1</a:t>
            </a:r>
            <a:r>
              <a:rPr lang="en-US"/>
              <a:t>: relocate the container to the </a:t>
            </a:r>
            <a:r>
              <a:rPr lang="en-US" i="1"/>
              <a:t>nearest</a:t>
            </a:r>
            <a:r>
              <a:rPr lang="en-US"/>
              <a:t> stack in which all containers will be retrieved </a:t>
            </a:r>
            <a:r>
              <a:rPr lang="en-US" i="1"/>
              <a:t>later</a:t>
            </a:r>
            <a:r>
              <a:rPr lang="en-US"/>
              <a:t> than the blocking container.</a:t>
            </a:r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7427C3-E2AC-A791-189D-2389E694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3" y="2566810"/>
            <a:ext cx="5318443" cy="297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039410-2951-3E4F-A0D4-7F087F7B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96" y="2665159"/>
            <a:ext cx="4910934" cy="278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3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18D7-9A88-22C2-6F6F-83F2DC65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rules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AC0ED-30E6-8A83-948C-90B3A663D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R2:</a:t>
            </a:r>
            <a:r>
              <a:rPr lang="en-US"/>
              <a:t> relocate the container to the </a:t>
            </a:r>
            <a:r>
              <a:rPr lang="en-US" i="1"/>
              <a:t>nearest</a:t>
            </a:r>
            <a:r>
              <a:rPr lang="en-US"/>
              <a:t> empty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A746C-22A5-43F3-511F-3C94876C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756" y="2807202"/>
            <a:ext cx="6153100" cy="284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2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48B5-E6E7-A04B-F30F-B28B2A68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rules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7BBA-6973-5E1C-6B9B-0131A02E4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R3: </a:t>
            </a:r>
            <a:r>
              <a:rPr lang="en-US"/>
              <a:t>relocate the container to the </a:t>
            </a:r>
            <a:r>
              <a:rPr lang="en-US" i="1"/>
              <a:t>nearest</a:t>
            </a:r>
            <a:r>
              <a:rPr lang="en-US"/>
              <a:t> and the </a:t>
            </a:r>
            <a:r>
              <a:rPr lang="en-US" i="1"/>
              <a:t>lowest </a:t>
            </a:r>
            <a:r>
              <a:rPr lang="en-US"/>
              <a:t>stack.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73D8F-23D6-8D7D-296D-17DB476D6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438" y="2347425"/>
            <a:ext cx="6083650" cy="29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9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8CB3-4648-F83E-5CFA-0E8CD9C1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rules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379F-9A5C-0BF8-2596-4677098DC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R4: </a:t>
            </a:r>
            <a:r>
              <a:rPr lang="en-US"/>
              <a:t>relocate the container to the </a:t>
            </a:r>
            <a:r>
              <a:rPr lang="en-US" i="1"/>
              <a:t>nearest stack </a:t>
            </a:r>
            <a:r>
              <a:rPr lang="en-US"/>
              <a:t>that is </a:t>
            </a:r>
            <a:r>
              <a:rPr lang="en-US" i="1"/>
              <a:t>not full </a:t>
            </a:r>
            <a:r>
              <a:rPr lang="en-US"/>
              <a:t>to the maximum stacking height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B41D9-1B24-E7E4-17B1-A5DE1B007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731" y="2924510"/>
            <a:ext cx="6628164" cy="289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4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2903-37F8-3AED-EF04-AF431DAB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 in the 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40B0C-52D4-C87D-D559-0A75F08B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Chromosome</a:t>
            </a:r>
          </a:p>
          <a:p>
            <a:endParaRPr lang="en-US"/>
          </a:p>
          <a:p>
            <a:endParaRPr lang="en-US" u="sng"/>
          </a:p>
          <a:p>
            <a:r>
              <a:rPr lang="en-US"/>
              <a:t>Fitness function:</a:t>
            </a:r>
          </a:p>
          <a:p>
            <a:endParaRPr lang="en-US"/>
          </a:p>
          <a:p>
            <a:r>
              <a:rPr lang="en-US"/>
              <a:t>Population: is randomly generated 8000 chromosomes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3C2ED-F9B8-6707-5CDB-D7B38A38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3698"/>
            <a:ext cx="10335126" cy="1076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9C0F5D-A0D5-C8B8-7C84-EFEB20170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1" y="3237444"/>
            <a:ext cx="2057726" cy="84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21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4888-D2B8-1691-80BA-83DFB0FF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 in the GA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CAED8-57EA-C638-E1CB-1D3A05E48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Selection:</a:t>
            </a:r>
          </a:p>
          <a:p>
            <a:pPr lvl="1"/>
            <a:r>
              <a:rPr lang="en-US"/>
              <a:t>Each chromosome is evaluated with the fitness function</a:t>
            </a:r>
          </a:p>
          <a:p>
            <a:pPr lvl="1"/>
            <a:r>
              <a:rPr lang="en-US"/>
              <a:t>The number of the fittest chromosomes that propagate to the next generation is set at 50% (4000 chromosomes) of the population size</a:t>
            </a:r>
          </a:p>
          <a:p>
            <a:r>
              <a:rPr lang="en-US"/>
              <a:t>Crossover:</a:t>
            </a:r>
          </a:p>
          <a:p>
            <a:pPr lvl="1"/>
            <a:r>
              <a:rPr lang="en-US"/>
              <a:t>Single-point crossover is used.</a:t>
            </a:r>
          </a:p>
          <a:p>
            <a:pPr lvl="1"/>
            <a:r>
              <a:rPr lang="en-US"/>
              <a:t>Crossover position is randomly determined.</a:t>
            </a:r>
          </a:p>
          <a:p>
            <a:r>
              <a:rPr lang="en-US"/>
              <a:t>Mutation: use simple mutation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9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7ACC-C371-7DD5-4AAB-A4648696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 in the GA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9E20F-8BBC-8FD3-9D93-87C0AE57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Parameters: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59133-F9DA-ECE5-B8D5-DDCF60AC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149" y="2551102"/>
            <a:ext cx="7815702" cy="264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36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513C-6A2A-8DFA-CB64-749C7CA2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61" y="955759"/>
            <a:ext cx="10515600" cy="2852737"/>
          </a:xfrm>
        </p:spPr>
        <p:txBody>
          <a:bodyPr/>
          <a:lstStyle/>
          <a:p>
            <a:pPr algn="ctr"/>
            <a:r>
              <a:rPr lang="en-US"/>
              <a:t>3. Improve MAGLIC paper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F80B8-81C0-01B3-C686-DDA184E8D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56AB-0B00-C6A8-CCA4-D2927365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disadvantages of the original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BCA0-C847-DDB4-C092-F0702A68F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332"/>
            <a:ext cx="10515600" cy="4351338"/>
          </a:xfrm>
        </p:spPr>
        <p:txBody>
          <a:bodyPr/>
          <a:lstStyle/>
          <a:p>
            <a:r>
              <a:rPr 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Blocking containers tend to be relocated </a:t>
            </a:r>
            <a:r>
              <a:rPr lang="en-US" b="0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to the left </a:t>
            </a:r>
            <a:r>
              <a:rPr 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of the bay </a:t>
            </a:r>
            <a:r>
              <a:rPr lang="en-US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can establish </a:t>
            </a:r>
            <a:r>
              <a:rPr lang="en-US" i="1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unbalanced</a:t>
            </a:r>
            <a:r>
              <a:rPr lang="en-US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status.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 b="1">
                <a:sym typeface="Wingdings" panose="05000000000000000000" pitchFamily="2" charset="2"/>
              </a:rPr>
              <a:t>Solution</a:t>
            </a:r>
            <a:r>
              <a:rPr lang="en-US">
                <a:sym typeface="Wingdings" panose="05000000000000000000" pitchFamily="2" charset="2"/>
              </a:rPr>
              <a:t>: random relocate blocking container to the left or right.</a:t>
            </a:r>
          </a:p>
          <a:p>
            <a:endParaRPr lang="en-US">
              <a:solidFill>
                <a:srgbClr val="202124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sz="3200">
              <a:sym typeface="Wingdings" panose="05000000000000000000" pitchFamily="2" charset="2"/>
            </a:endParaRPr>
          </a:p>
        </p:txBody>
      </p:sp>
      <p:pic>
        <p:nvPicPr>
          <p:cNvPr id="12" name="Picture 4" descr="R2">
            <a:extLst>
              <a:ext uri="{FF2B5EF4-FFF2-40B4-BE49-F238E27FC236}">
                <a16:creationId xmlns:a16="http://schemas.microsoft.com/office/drawing/2014/main" id="{4B2DEDD0-7899-78F0-B07C-B58B6C8C6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33" y="3686406"/>
            <a:ext cx="4813087" cy="23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4">
            <a:extLst>
              <a:ext uri="{FF2B5EF4-FFF2-40B4-BE49-F238E27FC236}">
                <a16:creationId xmlns:a16="http://schemas.microsoft.com/office/drawing/2014/main" id="{BDF019FD-97DD-81FB-764D-5CC8E0606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54" y="4860267"/>
            <a:ext cx="4607836" cy="199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R3">
            <a:extLst>
              <a:ext uri="{FF2B5EF4-FFF2-40B4-BE49-F238E27FC236}">
                <a16:creationId xmlns:a16="http://schemas.microsoft.com/office/drawing/2014/main" id="{D9155898-12FD-A279-A0A1-74B2D6DC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58" y="2798362"/>
            <a:ext cx="4727539" cy="228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02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0B27-F2F1-8F44-4C9C-AF6CC707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disadvantages of the original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638C2-7529-B845-A2B4-C13F583F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In some cases, rules are not optimize:</a:t>
            </a:r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Solution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 edit rule 3.</a:t>
            </a:r>
          </a:p>
          <a:p>
            <a:pPr lvl="1"/>
            <a:endParaRPr lang="en-US" dirty="0">
              <a:solidFill>
                <a:srgbClr val="202124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F13EAC-8595-509E-3774-ECEF59D11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785" y="3076723"/>
            <a:ext cx="7168243" cy="32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6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3F1B-5848-20DE-4582-CE5A5BD8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229" y="842168"/>
            <a:ext cx="10515600" cy="2852737"/>
          </a:xfrm>
        </p:spPr>
        <p:txBody>
          <a:bodyPr/>
          <a:lstStyle/>
          <a:p>
            <a:pPr algn="ctr"/>
            <a:r>
              <a:rPr lang="en-US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7BA1D-19B3-948A-73AC-DA42EEB4A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5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3C88-0263-09B2-0ADB-FF5863ED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66A5C-06B1-C810-3C4F-B6E5F6D91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Random generate 40 instance sets of data, following the guidline in </a:t>
            </a:r>
            <a:r>
              <a:rPr lang="en-US" i="1"/>
              <a:t>Wu, Ting (2010)</a:t>
            </a:r>
          </a:p>
          <a:p>
            <a:pPr lvl="1" algn="just"/>
            <a:r>
              <a:rPr lang="en-US"/>
              <a:t>The bay sizes in </a:t>
            </a:r>
            <a:r>
              <a:rPr lang="en-US" b="1"/>
              <a:t>Maglic</a:t>
            </a:r>
            <a:r>
              <a:rPr lang="en-US"/>
              <a:t> are (3×3 ... 6×3, 3×4 ... 6×4, 3×5 ... 6×5, 3×6 ... 6×6, 3×7 ... 6×7)</a:t>
            </a:r>
          </a:p>
          <a:p>
            <a:r>
              <a:rPr lang="en-US"/>
              <a:t>We random generate </a:t>
            </a:r>
            <a:r>
              <a:rPr lang="en-US" b="1"/>
              <a:t>BIG</a:t>
            </a:r>
            <a:r>
              <a:rPr lang="en-US"/>
              <a:t> bay sizes</a:t>
            </a:r>
          </a:p>
          <a:p>
            <a:pPr lvl="1"/>
            <a:r>
              <a:rPr lang="en-US"/>
              <a:t>The bay sizes (3x8…6x8, 3x9…6x9, 3x10…6x10)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D514-48C2-07E3-52A8-B031EDD3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083FD-4354-2C06-CC16-CB3A8FBB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Run MAGLIC’s method on our instances </a:t>
            </a:r>
          </a:p>
          <a:p>
            <a:r>
              <a:rPr lang="en-US"/>
              <a:t>Run our method with rule improvement on our instances.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78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10E3-ED3E-BA1C-B087-D123D246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36" y="84388"/>
            <a:ext cx="10515600" cy="1325563"/>
          </a:xfrm>
        </p:spPr>
        <p:txBody>
          <a:bodyPr/>
          <a:lstStyle/>
          <a:p>
            <a:r>
              <a:rPr lang="en-US"/>
              <a:t>Result on BIG bay sizes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4F07459-83B0-9BD4-CAFF-7CD04F24A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916576"/>
              </p:ext>
            </p:extLst>
          </p:nvPr>
        </p:nvGraphicFramePr>
        <p:xfrm>
          <a:off x="2801017" y="1170900"/>
          <a:ext cx="6431215" cy="5374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9601">
                  <a:extLst>
                    <a:ext uri="{9D8B030D-6E8A-4147-A177-3AD203B41FA5}">
                      <a16:colId xmlns:a16="http://schemas.microsoft.com/office/drawing/2014/main" val="789920890"/>
                    </a:ext>
                  </a:extLst>
                </a:gridCol>
                <a:gridCol w="2099601">
                  <a:extLst>
                    <a:ext uri="{9D8B030D-6E8A-4147-A177-3AD203B41FA5}">
                      <a16:colId xmlns:a16="http://schemas.microsoft.com/office/drawing/2014/main" val="3457669592"/>
                    </a:ext>
                  </a:extLst>
                </a:gridCol>
                <a:gridCol w="934755">
                  <a:extLst>
                    <a:ext uri="{9D8B030D-6E8A-4147-A177-3AD203B41FA5}">
                      <a16:colId xmlns:a16="http://schemas.microsoft.com/office/drawing/2014/main" val="2465563224"/>
                    </a:ext>
                  </a:extLst>
                </a:gridCol>
                <a:gridCol w="1297258">
                  <a:extLst>
                    <a:ext uri="{9D8B030D-6E8A-4147-A177-3AD203B41FA5}">
                      <a16:colId xmlns:a16="http://schemas.microsoft.com/office/drawing/2014/main" val="4237158361"/>
                    </a:ext>
                  </a:extLst>
                </a:gridCol>
              </a:tblGrid>
              <a:tr h="4772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Bay sizes (Tiers x Stacks)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Average number of relocation of </a:t>
                      </a:r>
                      <a:r>
                        <a:rPr lang="en-US" sz="2000" b="1" u="none" strike="noStrike">
                          <a:effectLst/>
                        </a:rPr>
                        <a:t>MAGLIC et 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Our result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Percentage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53907878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x 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14,79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14,68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0,8%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749289672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x 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9,94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9,70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2,4%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96392975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x 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13,46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13,38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0,6%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90378561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x 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26,68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26,71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-0,1%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32426901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x 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22,20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22,14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0,2%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00768564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x 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25,41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25,54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-0,5%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9490454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x 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47,14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47,03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0,2%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46906311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x 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35,20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35,06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0,4%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31273550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x 10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38,78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38,77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0,0%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891881845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x 10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62,96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62,75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0,3%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48492275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x 10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49,86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49,84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0,0%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89257531"/>
                  </a:ext>
                </a:extLst>
              </a:tr>
              <a:tr h="2596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x 10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57,03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56,84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0,3%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01168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538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CDC5-3734-BD92-1BD1-30E5738B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29" y="307068"/>
            <a:ext cx="9938657" cy="854075"/>
          </a:xfrm>
        </p:spPr>
        <p:txBody>
          <a:bodyPr/>
          <a:lstStyle/>
          <a:p>
            <a:r>
              <a:rPr lang="en-US"/>
              <a:t>Result on small bay sizes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A63C2D-C494-ACE6-6B7A-F3E75B51C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39734"/>
              </p:ext>
            </p:extLst>
          </p:nvPr>
        </p:nvGraphicFramePr>
        <p:xfrm>
          <a:off x="2155371" y="1161144"/>
          <a:ext cx="6052457" cy="5275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667">
                  <a:extLst>
                    <a:ext uri="{9D8B030D-6E8A-4147-A177-3AD203B41FA5}">
                      <a16:colId xmlns:a16="http://schemas.microsoft.com/office/drawing/2014/main" val="4171948762"/>
                    </a:ext>
                  </a:extLst>
                </a:gridCol>
                <a:gridCol w="1358264">
                  <a:extLst>
                    <a:ext uri="{9D8B030D-6E8A-4147-A177-3AD203B41FA5}">
                      <a16:colId xmlns:a16="http://schemas.microsoft.com/office/drawing/2014/main" val="2727953594"/>
                    </a:ext>
                  </a:extLst>
                </a:gridCol>
                <a:gridCol w="1283472">
                  <a:extLst>
                    <a:ext uri="{9D8B030D-6E8A-4147-A177-3AD203B41FA5}">
                      <a16:colId xmlns:a16="http://schemas.microsoft.com/office/drawing/2014/main" val="4228395900"/>
                    </a:ext>
                  </a:extLst>
                </a:gridCol>
                <a:gridCol w="1433054">
                  <a:extLst>
                    <a:ext uri="{9D8B030D-6E8A-4147-A177-3AD203B41FA5}">
                      <a16:colId xmlns:a16="http://schemas.microsoft.com/office/drawing/2014/main" val="2899274684"/>
                    </a:ext>
                  </a:extLst>
                </a:gridCol>
              </a:tblGrid>
              <a:tr h="591667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Bay size (Tiers x Stacks)</a:t>
                      </a: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sng" strike="noStrike">
                          <a:effectLst/>
                        </a:rPr>
                        <a:t>Our result</a:t>
                      </a:r>
                      <a:endParaRPr lang="en-US" sz="18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u="none" strike="noStrike">
                          <a:effectLst/>
                        </a:rPr>
                        <a:t>MAGLIC 2019</a:t>
                      </a:r>
                      <a:endParaRPr lang="en-US" sz="18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3083070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4×3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4,90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4,87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-0,8%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535814978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5×3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7,07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7,11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0,6%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82879769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6×3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8,43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8,46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921677962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3×4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9,82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9,90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937606630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4×4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6,32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6,32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533032199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5×4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8,87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8,95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69485658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6×4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12,79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12,83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0,4%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753001114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3x5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15,02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15,04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32672730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4x5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18,12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18,12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272522594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10,59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10,65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0,6%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22687513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6x5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14,16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14,09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-0,5%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62486233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3x6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19,89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19,95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94202660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4x6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23,90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23,94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0,2%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67080880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29,01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29,00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-0,1%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627031253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6x6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14,22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14,35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233055651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3x7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19,22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19,31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0,5%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78172044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4x7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27,84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27,93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0,3%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03960882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5x7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34,91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34,87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-0,1%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79414472"/>
                  </a:ext>
                </a:extLst>
              </a:tr>
              <a:tr h="246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6x7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43,09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43,08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0,0%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3196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719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7E46-733D-95A1-93C5-B090B4BE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07D6C-DF2A-0848-4A36-E4A242DE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on the improvement of </a:t>
            </a:r>
            <a:r>
              <a:rPr lang="en-US" dirty="0">
                <a:solidFill>
                  <a:srgbClr val="FF0000"/>
                </a:solidFill>
              </a:rPr>
              <a:t>balanced bay </a:t>
            </a:r>
            <a:r>
              <a:rPr lang="en-US" dirty="0"/>
              <a:t>(</a:t>
            </a:r>
            <a:r>
              <a:rPr lang="en-US" i="1" dirty="0"/>
              <a:t>randomly choose to relocate a container to the left or to the right of the bay)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result is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worse</a:t>
            </a:r>
            <a:r>
              <a:rPr lang="en-US" dirty="0">
                <a:sym typeface="Wingdings" panose="05000000000000000000" pitchFamily="2" charset="2"/>
              </a:rPr>
              <a:t> than MAGLIC’s algorithm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Why</a:t>
            </a:r>
            <a:r>
              <a:rPr lang="en-US" dirty="0">
                <a:sym typeface="Wingdings" panose="05000000000000000000" pitchFamily="2" charset="2"/>
              </a:rPr>
              <a:t>?  Because this improvement is only to ensure the balance of the bay, not to reduce the total number of relocation.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812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4ECF-3495-72C8-D122-B18806E4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F954-5CDA-C5D5-DFC0-83265B1DD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Before, we edited </a:t>
            </a:r>
            <a:r>
              <a:rPr lang="en-US" b="1" dirty="0"/>
              <a:t>rule 3 </a:t>
            </a:r>
            <a:r>
              <a:rPr lang="en-US" dirty="0"/>
              <a:t>(</a:t>
            </a:r>
            <a:r>
              <a:rPr lang="en-US" i="1" dirty="0"/>
              <a:t>relocate to the nearest stack that has no blocking container</a:t>
            </a:r>
            <a:r>
              <a:rPr lang="en-US" dirty="0"/>
              <a:t>) and get the better result.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DEE22-C812-F7E5-5C65-80416727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785" y="3076723"/>
            <a:ext cx="7168243" cy="32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09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4187-465C-B3C6-81F9-589D89A7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B0BA-DA8F-83D4-41EA-C272A62F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Because containers are continually taken by the truck, so from time to time we will have more and more empty spaces to relocate. So, we “</a:t>
            </a:r>
            <a:r>
              <a:rPr lang="en-US" i="1" dirty="0"/>
              <a:t>have the right</a:t>
            </a:r>
            <a:r>
              <a:rPr lang="en-US" dirty="0"/>
              <a:t>” to choose the good space in each relocation.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Edit </a:t>
            </a:r>
            <a:r>
              <a:rPr lang="en-US" b="1" dirty="0"/>
              <a:t>rule 4 </a:t>
            </a:r>
            <a:r>
              <a:rPr lang="en-US" dirty="0"/>
              <a:t>in MAGLIC’s paper</a:t>
            </a:r>
          </a:p>
          <a:p>
            <a:pPr lvl="2"/>
            <a:r>
              <a:rPr lang="en-US" dirty="0"/>
              <a:t>Original rule 4: relocate the container to the nearest and not full stack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: choose to relocate the container to the nearest, not full and no blocking containers stack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The result is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better</a:t>
            </a:r>
            <a:r>
              <a:rPr lang="en-US" dirty="0">
                <a:sym typeface="Wingdings" panose="05000000000000000000" pitchFamily="2" charset="2"/>
              </a:rPr>
              <a:t> than just only edit rule number 3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Why? Because we choose the better relocation in each step  the global result is better</a:t>
            </a:r>
          </a:p>
          <a:p>
            <a:r>
              <a:rPr lang="en-US" dirty="0">
                <a:sym typeface="Wingdings" panose="05000000000000000000" pitchFamily="2" charset="2"/>
              </a:rPr>
              <a:t>Summary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 should edit both rule 3 and rule 4 in MAGLIC’s paper to get </a:t>
            </a:r>
            <a:r>
              <a:rPr lang="en-US" i="1" dirty="0">
                <a:sym typeface="Wingdings" panose="05000000000000000000" pitchFamily="2" charset="2"/>
              </a:rPr>
              <a:t>considerably</a:t>
            </a:r>
            <a:r>
              <a:rPr lang="en-US" dirty="0">
                <a:sym typeface="Wingdings" panose="05000000000000000000" pitchFamily="2" charset="2"/>
              </a:rPr>
              <a:t> better result.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59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4D97-1AA6-D48B-5BFE-45EA5D7F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Thank you for listening!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A6A7-D51E-34B9-BA14-D29F355B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8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Words>1131</Words>
  <Application>Microsoft Office PowerPoint</Application>
  <PresentationFormat>Widescreen</PresentationFormat>
  <Paragraphs>243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</vt:lpstr>
      <vt:lpstr>Calibri</vt:lpstr>
      <vt:lpstr>Calibri Light</vt:lpstr>
      <vt:lpstr>Wingdings</vt:lpstr>
      <vt:lpstr>Office Theme</vt:lpstr>
      <vt:lpstr>A metaheuristic approach to the Container Relocation Problem (CRP)</vt:lpstr>
      <vt:lpstr>Abstract</vt:lpstr>
      <vt:lpstr>1. CRP description</vt:lpstr>
      <vt:lpstr>CRP description</vt:lpstr>
      <vt:lpstr>CRP description (cont’d)</vt:lpstr>
      <vt:lpstr>PowerPoint Presentation</vt:lpstr>
      <vt:lpstr>CRP description (cont’d)</vt:lpstr>
      <vt:lpstr>CRP description (cont’d)</vt:lpstr>
      <vt:lpstr>2. CRP solutions</vt:lpstr>
      <vt:lpstr>Livia Maglic(2019): propose 4 rules + GA</vt:lpstr>
      <vt:lpstr>4 rules (cont’d)</vt:lpstr>
      <vt:lpstr>4 rules (cont’d)</vt:lpstr>
      <vt:lpstr>4 rules (cont’d)</vt:lpstr>
      <vt:lpstr>The model in the GA</vt:lpstr>
      <vt:lpstr>The model in the GA (cont’d)</vt:lpstr>
      <vt:lpstr>The model in the GA (cont’d)</vt:lpstr>
      <vt:lpstr>3. Improve MAGLIC paper</vt:lpstr>
      <vt:lpstr>Some disadvantages of the original paper</vt:lpstr>
      <vt:lpstr>Some disadvantages of the original paper</vt:lpstr>
      <vt:lpstr>Results</vt:lpstr>
      <vt:lpstr>Dataset</vt:lpstr>
      <vt:lpstr>Test method</vt:lpstr>
      <vt:lpstr>Result on BIG bay sizes</vt:lpstr>
      <vt:lpstr>Result on small bay sizes</vt:lpstr>
      <vt:lpstr>Future research</vt:lpstr>
      <vt:lpstr>PowerPoint Presentation</vt:lpstr>
      <vt:lpstr>New idea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metaheuristic approach to the Container Relocation Problem (CRP)</dc:title>
  <dc:creator>Tùng Nguyễn Khánh</dc:creator>
  <cp:lastModifiedBy>Tùng Nguyễn Khánh</cp:lastModifiedBy>
  <cp:revision>1</cp:revision>
  <dcterms:created xsi:type="dcterms:W3CDTF">2024-03-12T08:19:02Z</dcterms:created>
  <dcterms:modified xsi:type="dcterms:W3CDTF">2024-04-09T12:59:04Z</dcterms:modified>
</cp:coreProperties>
</file>